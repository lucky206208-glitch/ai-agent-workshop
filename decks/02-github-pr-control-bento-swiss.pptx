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5946118076464c" /><Relationship Type="http://schemas.openxmlformats.org/officeDocument/2006/relationships/extended-properties" Target="/docProps/app.xml" Id="R7732b0d55c7e44e9" /><Relationship Type="http://schemas.openxmlformats.org/officeDocument/2006/relationships/officeDocument" Target="/ppt/presentation.xml" Id="Ra271152c9b3c4e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1a61c5fe8b42e7"/>
  </p:sldMasterIdLst>
  <p:notesMasterIdLst>
    <p:notesMasterId xmlns:r="http://schemas.openxmlformats.org/officeDocument/2006/relationships" r:id="R1b153f502c4846c5"/>
  </p:notesMasterIdLst>
  <p:sldIdLst>
    <p:sldId xmlns:r="http://schemas.openxmlformats.org/officeDocument/2006/relationships" id="256" r:id="R0ae209fe7aa04a90"/>
    <p:sldId xmlns:r="http://schemas.openxmlformats.org/officeDocument/2006/relationships" id="257" r:id="R69430ff607914051"/>
    <p:sldId xmlns:r="http://schemas.openxmlformats.org/officeDocument/2006/relationships" id="258" r:id="R31db51e01c9a4146"/>
    <p:sldId xmlns:r="http://schemas.openxmlformats.org/officeDocument/2006/relationships" id="259" r:id="Rf361631c720248bb"/>
    <p:sldId xmlns:r="http://schemas.openxmlformats.org/officeDocument/2006/relationships" id="260" r:id="R89b7c2a356ce47fb"/>
    <p:sldId xmlns:r="http://schemas.openxmlformats.org/officeDocument/2006/relationships" id="261" r:id="Rb06eedb5becd412c"/>
    <p:sldId xmlns:r="http://schemas.openxmlformats.org/officeDocument/2006/relationships" id="262" r:id="R99e40bb6162a4368"/>
    <p:sldId xmlns:r="http://schemas.openxmlformats.org/officeDocument/2006/relationships" id="263" r:id="Rc5439a684e464694"/>
    <p:sldId xmlns:r="http://schemas.openxmlformats.org/officeDocument/2006/relationships" id="264" r:id="Rf2d3ff4484cb4fa6"/>
    <p:sldId xmlns:r="http://schemas.openxmlformats.org/officeDocument/2006/relationships" id="265" r:id="R2bbd8183e7c042f7"/>
    <p:sldId xmlns:r="http://schemas.openxmlformats.org/officeDocument/2006/relationships" id="266" r:id="R5b37650f91464d01"/>
    <p:sldId xmlns:r="http://schemas.openxmlformats.org/officeDocument/2006/relationships" id="267" r:id="R8baf860547d94b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1a61c5fe8b42e7" /><Relationship Type="http://schemas.openxmlformats.org/officeDocument/2006/relationships/theme" Target="/ppt/theme/theme1.xml" Id="R3520bf5fe799443a" /><Relationship Type="http://schemas.openxmlformats.org/officeDocument/2006/relationships/notesMaster" Target="/ppt/notesMasters/notesMaster1.xml" Id="R1b153f502c4846c5" /><Relationship Type="http://schemas.openxmlformats.org/officeDocument/2006/relationships/presProps" Target="/ppt/presProps.xml" Id="R4a78fa6776ec4194" /><Relationship Type="http://schemas.openxmlformats.org/officeDocument/2006/relationships/viewProps" Target="/ppt/viewProps.xml" Id="R2854c3abe16b4fd6" /><Relationship Type="http://schemas.openxmlformats.org/officeDocument/2006/relationships/tableStyles" Target="/ppt/tableStyles.xml" Id="Rdde4471a0f074ffb" /><Relationship Type="http://schemas.openxmlformats.org/officeDocument/2006/relationships/slide" Target="/ppt/slides/slide1.xml" Id="R0ae209fe7aa04a90" /><Relationship Type="http://schemas.openxmlformats.org/officeDocument/2006/relationships/slide" Target="/ppt/slides/slide2.xml" Id="R69430ff607914051" /><Relationship Type="http://schemas.openxmlformats.org/officeDocument/2006/relationships/slide" Target="/ppt/slides/slide3.xml" Id="R31db51e01c9a4146" /><Relationship Type="http://schemas.openxmlformats.org/officeDocument/2006/relationships/slide" Target="/ppt/slides/slide4.xml" Id="Rf361631c720248bb" /><Relationship Type="http://schemas.openxmlformats.org/officeDocument/2006/relationships/slide" Target="/ppt/slides/slide5.xml" Id="R89b7c2a356ce47fb" /><Relationship Type="http://schemas.openxmlformats.org/officeDocument/2006/relationships/slide" Target="/ppt/slides/slide6.xml" Id="Rb06eedb5becd412c" /><Relationship Type="http://schemas.openxmlformats.org/officeDocument/2006/relationships/slide" Target="/ppt/slides/slide7.xml" Id="R99e40bb6162a4368" /><Relationship Type="http://schemas.openxmlformats.org/officeDocument/2006/relationships/slide" Target="/ppt/slides/slide8.xml" Id="Rc5439a684e464694" /><Relationship Type="http://schemas.openxmlformats.org/officeDocument/2006/relationships/slide" Target="/ppt/slides/slide9.xml" Id="Rf2d3ff4484cb4fa6" /><Relationship Type="http://schemas.openxmlformats.org/officeDocument/2006/relationships/slide" Target="/ppt/slides/slide10.xml" Id="R2bbd8183e7c042f7" /><Relationship Type="http://schemas.openxmlformats.org/officeDocument/2006/relationships/slide" Target="/ppt/slides/slide11.xml" Id="R5b37650f91464d01" /><Relationship Type="http://schemas.openxmlformats.org/officeDocument/2006/relationships/slide" Target="/ppt/slides/slide12.xml" Id="R8baf860547d94b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aba97e0d22e45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06c5b8427943d4" /><Relationship Type="http://schemas.openxmlformats.org/officeDocument/2006/relationships/notesMaster" Target="/ppt/notesMasters/notesMaster1.xml" Id="R4fe3758bec6440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11b787ebfc4e30" /><Relationship Type="http://schemas.openxmlformats.org/officeDocument/2006/relationships/notesMaster" Target="/ppt/notesMasters/notesMaster1.xml" Id="R000f8458d00b43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9aa79549164882" /><Relationship Type="http://schemas.openxmlformats.org/officeDocument/2006/relationships/notesMaster" Target="/ppt/notesMasters/notesMaster1.xml" Id="Rd96c1754eb644e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198c4c933c4989" /><Relationship Type="http://schemas.openxmlformats.org/officeDocument/2006/relationships/notesMaster" Target="/ppt/notesMasters/notesMaster1.xml" Id="R0445276a38284c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2f338333b44ab9" /><Relationship Type="http://schemas.openxmlformats.org/officeDocument/2006/relationships/notesMaster" Target="/ppt/notesMasters/notesMaster1.xml" Id="Rbf1bc4a441864f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0b38b5d9f84476" /><Relationship Type="http://schemas.openxmlformats.org/officeDocument/2006/relationships/notesMaster" Target="/ppt/notesMasters/notesMaster1.xml" Id="Rac05ad4a17184c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bb8aa228aa47e1" /><Relationship Type="http://schemas.openxmlformats.org/officeDocument/2006/relationships/notesMaster" Target="/ppt/notesMasters/notesMaster1.xml" Id="Ree137abcaff343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44ef129566483a" /><Relationship Type="http://schemas.openxmlformats.org/officeDocument/2006/relationships/notesMaster" Target="/ppt/notesMasters/notesMaster1.xml" Id="Ra9e7ada8d6b44b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172ad028ff413a" /><Relationship Type="http://schemas.openxmlformats.org/officeDocument/2006/relationships/notesMaster" Target="/ppt/notesMasters/notesMaster1.xml" Id="R7a9599f98bda4f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54fdc8fc684658" /><Relationship Type="http://schemas.openxmlformats.org/officeDocument/2006/relationships/notesMaster" Target="/ppt/notesMasters/notesMaster1.xml" Id="Rd8d0714be75143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0f229168a04bb9" /><Relationship Type="http://schemas.openxmlformats.org/officeDocument/2006/relationships/notesMaster" Target="/ppt/notesMasters/notesMaster1.xml" Id="Rccde367fc51b4cb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cb3337bac0453c" /><Relationship Type="http://schemas.openxmlformats.org/officeDocument/2006/relationships/notesMaster" Target="/ppt/notesMasters/notesMaster1.xml" Id="R5d46f83b06ff4b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dfae629d644eb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db844ed6d694726" /><Relationship Type="http://schemas.openxmlformats.org/officeDocument/2006/relationships/slideLayout" Target="/ppt/slideLayouts/slideLayout2.xml" Id="Rf1855e32a98248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855e32a98248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64a507e7634c99" /><Relationship Type="http://schemas.openxmlformats.org/officeDocument/2006/relationships/notesSlide" Target="/ppt/notesSlides/notesSlide1.xml" Id="R9ea91ca177f849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ae258e6b984693" /><Relationship Type="http://schemas.openxmlformats.org/officeDocument/2006/relationships/notesSlide" Target="/ppt/notesSlides/notesSlide2.xml" Id="Re1236030ca0a40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3d98644e694ff4" /><Relationship Type="http://schemas.openxmlformats.org/officeDocument/2006/relationships/notesSlide" Target="/ppt/notesSlides/notesSlide3.xml" Id="Rbbfa553c95e843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6d244ac74640bf" /><Relationship Type="http://schemas.openxmlformats.org/officeDocument/2006/relationships/notesSlide" Target="/ppt/notesSlides/notesSlide4.xml" Id="R0e961a62eee34f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f806a4adfc477b" /><Relationship Type="http://schemas.openxmlformats.org/officeDocument/2006/relationships/notesSlide" Target="/ppt/notesSlides/notesSlide5.xml" Id="Rcf94ee5d436f43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e9d6d9cfff4620" /><Relationship Type="http://schemas.openxmlformats.org/officeDocument/2006/relationships/notesSlide" Target="/ppt/notesSlides/notesSlide6.xml" Id="Rf2b3141f506446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1fc7d0f05c4d0a" /><Relationship Type="http://schemas.openxmlformats.org/officeDocument/2006/relationships/notesSlide" Target="/ppt/notesSlides/notesSlide7.xml" Id="Rdabbfbc64c1548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11ec89a69748fa" /><Relationship Type="http://schemas.openxmlformats.org/officeDocument/2006/relationships/notesSlide" Target="/ppt/notesSlides/notesSlide8.xml" Id="Ra2dba609a9e64f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d59fcc95284f02" /><Relationship Type="http://schemas.openxmlformats.org/officeDocument/2006/relationships/notesSlide" Target="/ppt/notesSlides/notesSlide9.xml" Id="R83b7c5271ef841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b01f873a4b4252" /><Relationship Type="http://schemas.openxmlformats.org/officeDocument/2006/relationships/notesSlide" Target="/ppt/notesSlides/notesSlide10.xml" Id="R56a2c1601b3044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d6fe0c60ba478e" /><Relationship Type="http://schemas.openxmlformats.org/officeDocument/2006/relationships/notesSlide" Target="/ppt/notesSlides/notesSlide11.xml" Id="R60f6677a4af646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f0cd0b3c224f94" /><Relationship Type="http://schemas.openxmlformats.org/officeDocument/2006/relationships/notesSlide" Target="/ppt/notesSlides/notesSlide12.xml" Id="R2f44ffe3d89a4f8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6BE694-900E-4991-A31C-1FF7A261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53DD03-6089-47FE-A007-5C2ACD26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page-marker">
            <a:extLst xmlns:a="http://schemas.openxmlformats.org/drawingml/2006/main">
              <a:ext uri="{FF2B5EF4-FFF2-40B4-BE49-F238E27FC236}">
                <a16:creationId xmlns:a16="http://schemas.microsoft.com/office/drawing/2014/main" id="{E2B7B992-CF66-44A4-94C3-EE40E03B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AA0C3D-BD42-4443-AA13-9F75D475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41CC8-4601-48B0-9C80-DD200A01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LECTURE 02 / GITHUB PR 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5B6BB0-F209-4572-95E0-2C847753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0125"/>
            <a:ext cx="6096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 시대의 안전장치는 PR이다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DC2DA5-9E4F-47D0-8772-BB8DC87B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24150"/>
            <a:ext cx="590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agent가 만든 변경은 GitHub PR에서 증거로 검증한다.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D18550-A5D3-4796-920B-1D036C79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245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75541-137D-4029-93AB-0EF9A207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742950"/>
            <a:ext cx="36766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884027-43F1-4822-B469-B0FD38D4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19250"/>
            <a:ext cx="36766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변경을 main에 합쳐도 되는지 묻는 제안서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4609DD-5DCF-40EA-A087-035E25AE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24150"/>
            <a:ext cx="1952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386BC-83B7-43FF-AFDE-63915872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914650"/>
            <a:ext cx="1533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Issue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15C51-FCA3-4BA9-96E6-1900EF63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543300"/>
            <a:ext cx="1533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작업의 범위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EE07EB-88D9-4130-B1A3-6DAF1A59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24150"/>
            <a:ext cx="1952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6CE79-5E9C-4379-8B6E-D6DDC8A9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14650"/>
            <a:ext cx="1533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A32EBD-820D-41B2-A051-0884F554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543300"/>
            <a:ext cx="1533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자동 검사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7B254B-BA7F-4E4C-A501-3D714B35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86200"/>
            <a:ext cx="4476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087074-36BF-4896-9750-EDE35B80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4057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오늘의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AE5496-39C4-4F0D-9CAE-3E99C7EA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40576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Git 명령어 암기보다 Files changed, Diff, Checks로 merge 여부를 판단한다.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2E0302-111C-4983-B617-047F5100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381500"/>
            <a:ext cx="3714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3A365C-A8E7-4C42-AC69-42C17EF1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3295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05A3EC-8AC5-48BE-8D70-97696DEA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029200"/>
            <a:ext cx="3295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Merge / Request changes / Hold</a:t>
            </a:r>
          </a:p>
        </p:txBody>
      </p:sp>
      <p:sp>
        <p:nvSpPr>
          <p:cNvPr id="23" name="footer-note">
            <a:extLst xmlns:a="http://schemas.openxmlformats.org/drawingml/2006/main">
              <a:ext uri="{FF2B5EF4-FFF2-40B4-BE49-F238E27FC236}">
                <a16:creationId xmlns:a16="http://schemas.microsoft.com/office/drawing/2014/main" id="{5B31BA64-404D-4CAC-9860-3C6CCCB5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96811624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B00F05-96D6-4B9E-B1E9-8F96EF10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8C743-E09D-4BB8-A5FC-66589193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25F4DE7-219C-441C-94DF-4BBC2406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7608D9A-2B43-436D-AB96-E6B29667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WHY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CAB41-E683-4812-8064-3ED6E16E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7229BD54-7159-4191-B6E4-DFED518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코드를 빨리 바꾸는 것보다 검증 기준이 중요하다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9BD14A8C-B551-4666-B111-6ADBEEAE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속도는 agent가 만든다. merge 여부는 사람이 기준으로 결정한다.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37B839C3-9A72-46AA-A985-02EA6D40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53723-639F-42A4-8FAB-E1C632B6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76300"/>
            <a:ext cx="4095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6E473-B1D2-4069-8675-5D348A8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66800"/>
            <a:ext cx="36766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기준 &gt; 속도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6D3328-23C8-451B-907A-C48E9F00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09750"/>
            <a:ext cx="3676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agent의 속도는 PR 검토 기준 없이는 위험이 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D91C2-32B4-4334-BF0E-098A7F1A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381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014DBE-D0D8-43E0-B5ED-7531A32E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00350"/>
            <a:ext cx="1962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3A09E9-991C-4D12-AD27-8B25459C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95650"/>
            <a:ext cx="1962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빠르게 변경한다</a:t>
            </a:r>
          </a:p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설명도 생성한다</a:t>
            </a:r>
          </a:p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가끔 과잉수행한다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33B1F-2A64-4B41-95D2-C738A638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09850"/>
            <a:ext cx="2381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3A513-5A8B-447C-822B-597A127A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00350"/>
            <a:ext cx="1962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Human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F0B4BB-04E4-4821-B556-2252A449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295650"/>
            <a:ext cx="1962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범위를 확인한다</a:t>
            </a:r>
          </a:p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위험을 분류한다</a:t>
            </a:r>
          </a:p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merge를 결정한다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154448-3279-4E71-BFC8-4E144301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33900"/>
            <a:ext cx="5010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E26B3F-E916-4163-A3BF-587D85F3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70535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강의 핵심 문장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A18EF-EC49-4E33-A7FA-C59CEE9D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43500"/>
            <a:ext cx="4629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Agent가 코드를 바꾸는 속도보다</a:t>
            </a:r>
          </a:p>
          <a:p xmlns:a="http://schemas.openxmlformats.org/drawingml/2006/main">
            <a:pPr algn="l">
              <a:defRPr sz="13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사람이 변경을 검증하는 기준이 더 중요하다.</a:t>
            </a:r>
          </a:p>
        </p:txBody>
      </p:sp>
      <p:sp>
        <p:nvSpPr>
          <p:cNvPr id="21" name="footer-note">
            <a:extLst xmlns:a="http://schemas.openxmlformats.org/drawingml/2006/main">
              <a:ext uri="{FF2B5EF4-FFF2-40B4-BE49-F238E27FC236}">
                <a16:creationId xmlns:a16="http://schemas.microsoft.com/office/drawing/2014/main" id="{87EDFFB2-5F6E-4502-8844-A0C7ED68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3230385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41C170-5E5C-42DE-BD60-0ED09C23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62343C-DC94-4BA4-A39A-2A49F17C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90FB955-5615-459E-A289-2A71B042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43F3DF6-3948-4A1B-A90B-454EFC33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MENTAL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DCA20-DBC0-4E23-8895-DAE7D153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805F528D-FEAC-42E3-A264-C9F4972F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GitHub는 작업대장이자 검문소다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0E608729-9AA4-4056-BF65-9E70450C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Issue가 일을 정의하고, PR이 합칠 수 있는지 검사한다.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F224C13B-AD58-475B-B1F6-72084129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D24F4-E29E-48FA-BED7-83502C4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B5A12-09E7-44A6-9EAE-C14884D2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71900"/>
            <a:ext cx="1200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Issue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69E9EC-929D-4115-AB0B-2B7D85EE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1200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해야 할 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DE06C-E55D-4A71-816B-89CCCC18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1338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E5BC79-2267-43CC-84D3-B3CB724A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067175"/>
            <a:ext cx="133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7260A6-B3F4-4192-9CD0-4158C57C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58140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1C806A-56CB-416D-B71E-39988096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71900"/>
            <a:ext cx="1200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Branch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60AE0-70FF-4672-A14D-1883B931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86250"/>
            <a:ext cx="1200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분리된 작업줄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8697E7-7796-48E2-B51E-70222260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338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B711B-DFE2-45FD-A059-7B0FAE3D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067175"/>
            <a:ext cx="133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EF2412-A684-4DCD-82BB-A5F56A96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8140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24700-DBB3-4D19-9AAA-E49F4433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71900"/>
            <a:ext cx="1200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14333-B906-4445-9671-05791622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286250"/>
            <a:ext cx="1200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검토 제안서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911E51-8A93-40C5-B289-ED408E70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338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DA96AA-3CAD-4E98-8545-EA660C26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067175"/>
            <a:ext cx="133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4E55DE-B00B-47EB-A556-487AD15B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8140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F99304-BFDF-4E5E-88B3-1057DB77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71900"/>
            <a:ext cx="1200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4499FD-D711-4DA6-A57F-39BA0E36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1200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사람의 판단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DE21AA-1F42-4260-8BA1-D2F101A4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8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D8E163-AB71-4AAF-AD37-2DF7B6DC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067175"/>
            <a:ext cx="133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305D54-990C-4428-BF57-6A850F48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8140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1B7832-A4D5-4B3A-9261-5885352B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771900"/>
            <a:ext cx="1200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217082-BAD1-4EC8-AE33-9B8054A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286250"/>
            <a:ext cx="1200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합쳐진 결과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57934F-0D2C-4509-904D-1DCED733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066800"/>
            <a:ext cx="3905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BF6A96-E8BF-48F6-8061-509136F3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57300"/>
            <a:ext cx="3486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 = 검문소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E2E282-AE6D-4395-990A-2D7D54E5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486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설명보다 변경 파일과 diff, checks를 기준으로 통과 여부를 판단한다.</a:t>
            </a:r>
          </a:p>
        </p:txBody>
      </p:sp>
      <p:sp>
        <p:nvSpPr>
          <p:cNvPr id="35" name="footer-note">
            <a:extLst xmlns:a="http://schemas.openxmlformats.org/drawingml/2006/main">
              <a:ext uri="{FF2B5EF4-FFF2-40B4-BE49-F238E27FC236}">
                <a16:creationId xmlns:a16="http://schemas.microsoft.com/office/drawing/2014/main" id="{0DF1CD4B-6176-41E2-85C5-6622DA35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06765696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785972-93C6-483E-BFD6-2C1AD6C7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133B2-6DB9-4FE8-801A-857141F9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BDB9A74-D201-439A-8052-BCA215C9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89F0237-F1A8-4DDC-B7B2-C57163C1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VOCABULARY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3AF92-9D5F-45A6-8387-4C120DED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A1A25BE1-D2B4-4AA4-8046-F3304389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commit, branch, PR, merge, CI를 한 문장으로 이해한다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BEB05F49-039B-41D1-BDAA-5B553033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용어 암기가 아니라 PR 화면에서 판단할 최소 언어를 만든다.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257F19AA-89F5-4F1A-9AEC-29397E90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EBD2A-1757-4C89-B8DC-FC62626C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81050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9C7575-5164-4430-B343-B24075BD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9715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commit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589D83-7384-44E7-A08A-3DCD288E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5049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저장된 변경 스냅샷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4AFC52-1AEF-4148-8496-1548D077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781050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E0ADFF-4D2B-430D-A172-2FA139A2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9715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branch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B707A-C307-49BD-B080-4C9E26C7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049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main과 분리된 작업 줄기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75E0B1-46CC-4E5C-8EEC-952F0A0F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5E3B2E-5E05-42B4-A8C3-FA4B7225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57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56EE55-FEFD-40EA-A08D-FC825745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908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합쳐도 되는지 묻는 제안서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645AC-ADF9-4CD2-890D-E64D390C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66950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13E497-4B42-4C83-A6FC-0013F2FD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57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merge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02717E-291A-40B9-AD15-E6496CC7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검토 후 main에 합치는 행동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0F89BF-1C45-427D-9649-954F74D7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52850"/>
            <a:ext cx="5143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42A47D-70F3-4E58-BFF6-CC4CC0B9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43350"/>
            <a:ext cx="4724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B6A994-0A06-431D-8CE2-8304176B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76750"/>
            <a:ext cx="472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자동으로 돌리는 기계적 검사</a:t>
            </a:r>
          </a:p>
        </p:txBody>
      </p:sp>
      <p:sp>
        <p:nvSpPr>
          <p:cNvPr id="24" name="footer-note">
            <a:extLst xmlns:a="http://schemas.openxmlformats.org/drawingml/2006/main">
              <a:ext uri="{FF2B5EF4-FFF2-40B4-BE49-F238E27FC236}">
                <a16:creationId xmlns:a16="http://schemas.microsoft.com/office/drawing/2014/main" id="{D4B45EA8-4E6B-4737-921B-72D382E5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6394980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D4D7E6-2EDF-41DE-91D9-46066673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35756B-969C-41AB-844B-4085057B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3856B7D-49DF-4404-9AF9-67B9F2AE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821DD81-5139-491A-ABF2-714F2D52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6D3B5-6C73-4209-9F98-E1EB4BA0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DFD821A0-D289-4744-BF89-B2F1D309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issue에서 PR 검토까지의 전체 흐름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79893949-A25B-4189-8654-31A46482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요청, 변경, 검증, 판단이 한 줄로 연결되어야 한다.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5D61FC3F-ADBC-4777-930F-8184E1C2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8E931-38E2-4662-A1D5-EB949466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B6219-8637-46F4-BE0C-14C5D689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914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D3167-12DE-4D0C-BECB-634DC4B8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609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B9A5FB-2D25-476F-93F5-5A768BB2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1314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Issue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FF9042-230D-44CF-B11A-4B80BE37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533900"/>
            <a:ext cx="1695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요구사항 한 문장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CA6C19-C2BA-4676-998A-4AA0C3D1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766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AE498-8B7A-4FBA-BA0F-709A630B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067050"/>
            <a:ext cx="914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657F97-B049-4956-BF47-DBC8F131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257550"/>
            <a:ext cx="609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D96C7F-FB9B-4C72-9FE0-7180B0A9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10050"/>
            <a:ext cx="1314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9A5922-8613-4C1A-83A7-68C887DE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33900"/>
            <a:ext cx="1695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branch에서 변경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4EDA7-04F6-4569-8D6D-7EE916DA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766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5E5B19-C2A3-4D19-BBF6-BBD1C1F7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67050"/>
            <a:ext cx="914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12032D-FE5E-4B78-8542-F7CBDCCC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57550"/>
            <a:ext cx="609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2B92C5-06A5-4B06-9AF3-27CD3055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210050"/>
            <a:ext cx="1314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9F2894-07C0-4D7E-96FF-4B67B0A8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533900"/>
            <a:ext cx="1695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description과 diff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5705E7-0339-4099-9EDC-DB36AE52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766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166299-1A58-4FC7-8CDB-6E04008B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67050"/>
            <a:ext cx="914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561D82-4007-4808-84FE-E887DC9E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57550"/>
            <a:ext cx="609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6D8AF-507D-47BB-B178-87CD437C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0050"/>
            <a:ext cx="1314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315078-DA25-4820-8EB9-0559CEBC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33900"/>
            <a:ext cx="1695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CI 결과 확인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2A5814-F7FA-4B8B-A3F0-B72C31FC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766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E6A243-E8C0-4E67-B9F4-034D1EE5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914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7A58F4-879F-40C0-9EC6-B01650CD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257550"/>
            <a:ext cx="609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202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9745AB-9E7A-4FFC-A650-F8721925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10050"/>
            <a:ext cx="1314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FD0283-86E9-411A-B3E9-8BEF9D92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33900"/>
            <a:ext cx="1695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merge / change / hold</a:t>
            </a:r>
          </a:p>
        </p:txBody>
      </p:sp>
      <p:sp>
        <p:nvSpPr>
          <p:cNvPr id="34" name="footer-note">
            <a:extLst xmlns:a="http://schemas.openxmlformats.org/drawingml/2006/main">
              <a:ext uri="{FF2B5EF4-FFF2-40B4-BE49-F238E27FC236}">
                <a16:creationId xmlns:a16="http://schemas.microsoft.com/office/drawing/2014/main" id="{5CB278B7-BF1A-47FB-9A05-74586001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9968021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0F0580-3566-4C1E-A023-49B326BF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DC691-E606-4108-AF40-2E9DBBCE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6461438-DB7F-403C-A77B-F134F910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7DF80F5-B63B-4DFF-A1BD-9AD94AEF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READ ORDER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96CE2-64A3-4E23-BB24-358EA335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9D2001C3-89E0-407F-AC09-8C097E92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Files changed -&gt; Diff -&gt; Checks 순서로 본다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3B77544D-5A4A-46C3-8224-B3A5FCBB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agent 설명보다 실제 변경 파일과 diff, CI 결과를 먼저 본다.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1DA18C40-C26F-4C19-9A5A-0D8FF43D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91833-A823-433D-98DE-0027074C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76300"/>
            <a:ext cx="16192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FC918B-F6DD-401B-84F5-56DF7F49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66800"/>
            <a:ext cx="1200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Files changed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33B498-2BA0-4856-98C6-ED55754C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90750"/>
            <a:ext cx="12001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요청 규모와 변경 파일 수가 맞는지 먼저 본다.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EB999-C781-4402-A98B-67AF09B3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314450"/>
            <a:ext cx="161925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FAC24C-C3AF-496A-A38C-A15068CE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04950"/>
            <a:ext cx="1200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462919-EE0A-481E-8BC2-3E0A8973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28900"/>
            <a:ext cx="1200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PR 설명과 실제 변경이 같은지 확인한다.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66735-9562-44B4-80C1-BE516C2B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752600"/>
            <a:ext cx="16192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F33FC-2FB2-47CF-8077-C6423837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1943100"/>
            <a:ext cx="1200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345452-066E-4DCD-9B59-91EEB449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067050"/>
            <a:ext cx="1200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CI가 실패하면 merge하지 않는다.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4EEFA-610F-430E-AB15-B3D60132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43500"/>
            <a:ext cx="504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36DDA0-EEAE-47AB-A238-6E086EFF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14950"/>
            <a:ext cx="4667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읽는 순서가 흔들리면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78335E-55FB-4BA0-875D-0666A106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466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agent 설명에 끌려가고 실제 위험 신호를 놓친다.</a:t>
            </a:r>
          </a:p>
        </p:txBody>
      </p:sp>
      <p:sp>
        <p:nvSpPr>
          <p:cNvPr id="21" name="footer-note">
            <a:extLst xmlns:a="http://schemas.openxmlformats.org/drawingml/2006/main">
              <a:ext uri="{FF2B5EF4-FFF2-40B4-BE49-F238E27FC236}">
                <a16:creationId xmlns:a16="http://schemas.microsoft.com/office/drawing/2014/main" id="{AB500C2A-B4D9-4BCE-94B9-565990BE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4693088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D36642-0871-43E9-A522-74937D8D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634E2-8243-4D0D-8316-41C41CF8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5E74996-2140-4C06-95FC-B922786A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CDE6974-E77A-430A-B957-878652A3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GOOD PR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0792AE-FFC8-4F33-AFE8-E5075B03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7BA8298B-BED9-4E6A-A5CB-4A2E2AC5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merge 가능한 PR은 증거가 단순하다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D3885FE5-1006-40AE-A1C1-2B6FC0C5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작은 요청, 적은 파일, 설명과 diff 일치, CI 통과가 한 화면에 모인다.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D7E38DEF-2F48-419B-91D1-87F91D4E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41F62F-A3D3-4F7C-A1B1-41E7D329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763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106A7C-7DA7-46C4-A8B2-0EFF0979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6680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51BDA7-7D5F-406F-88A3-461EB7B9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57350"/>
            <a:ext cx="1962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작은 issue 해결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D10495-7406-4E65-B585-3E7541A9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8763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69D9E5-CC9B-4BF9-A8E8-D0837AE0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06680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파일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496084-0F45-455D-B164-911381D7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657350"/>
            <a:ext cx="1962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README + index.html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D1D434-E221-4FCC-A0B5-A58DCCF3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0FC801-E234-4842-8CF7-336B0E5E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8605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A4961F-5B2A-41D6-9B49-449C24A6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76600"/>
            <a:ext cx="1962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설명과 실제 변경 일치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011D2D-D857-4222-AF4D-04930856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7BAF06-DC9E-49F9-986E-E4FCA4AF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8605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5B900A-05B6-47F3-9F38-6D6C82DF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76600"/>
            <a:ext cx="1962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초록색 통과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5FCC7F-87AF-4EF8-83B5-2904CF0E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4953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BF6D78-4753-4101-8F3B-12CAC039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667250"/>
            <a:ext cx="453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Decision: Merge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7EE069-BD76-49BE-B94B-B7DB1EE8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86350"/>
            <a:ext cx="4533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근거가 단순하고 checks가 통과했다.</a:t>
            </a:r>
          </a:p>
        </p:txBody>
      </p:sp>
      <p:sp>
        <p:nvSpPr>
          <p:cNvPr id="24" name="footer-note">
            <a:extLst xmlns:a="http://schemas.openxmlformats.org/drawingml/2006/main">
              <a:ext uri="{FF2B5EF4-FFF2-40B4-BE49-F238E27FC236}">
                <a16:creationId xmlns:a16="http://schemas.microsoft.com/office/drawing/2014/main" id="{3B11FFFF-A1C5-44B1-A5D7-3B705F33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82822838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5320A3-B304-49A7-A8F7-74F245DE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3F4D2-C0C5-45DA-83AB-A7AE49F5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3D6A062-E2B9-4933-B298-EF3E8435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9B0F110-F9B7-4D23-A56A-1ADC5715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PROBLEM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ED05B-C0C5-4659-B025-11239250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A8417D80-D8FF-48C5-9475-6392EE04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작은 요청에 큰 변경이 섞이면 hold한다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CF70C341-1BC8-41FB-8690-110E45AD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unrelated files와 넓은 스타일 변경은 agent 과잉수행 신호다.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D7337C53-3F66-45E4-BC00-1AF9477A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B5E14-B065-40BB-AC63-DAC73F46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2381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F1EC6A-A26C-48ED-822F-F1DD2BFF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0096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Issue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747B7-C719-440F-B390-54F0C467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47800"/>
            <a:ext cx="20002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제목 문구만</a:t>
            </a:r>
          </a:p>
          <a:p xmlns:a="http://schemas.openxmlformats.org/drawingml/2006/main">
            <a:pPr algn="l">
              <a:defRPr sz="18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더 짧게 바꾼다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E228D-F795-447F-8D6E-E76441D5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838200"/>
            <a:ext cx="2381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F7DD1-25B5-4AAF-A5A7-C65BFD2F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0096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Actual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61FC8-8FE7-48EA-A9AC-D6F4945E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447800"/>
            <a:ext cx="20002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index.html</a:t>
            </a:r>
          </a:p>
          <a:p xmlns:a="http://schemas.openxmlformats.org/drawingml/2006/main">
            <a:pPr algn="l">
              <a:defRPr sz="15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styles.css</a:t>
            </a:r>
          </a:p>
          <a:p xmlns:a="http://schemas.openxmlformats.org/drawingml/2006/main">
            <a:pPr algn="l">
              <a:defRPr sz="15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README.md</a:t>
            </a:r>
          </a:p>
          <a:p xmlns:a="http://schemas.openxmlformats.org/drawingml/2006/main">
            <a:pPr algn="l">
              <a:defRPr sz="15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docs/agent-extra-notes.md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F1156-3FBE-4ED5-80B3-D775105D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05100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14FD8-EE2D-47C9-9EC5-57CBC942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5029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840EE0-368D-47E3-AA39-BFDCBCE8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2387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Decision: Hold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FFA09B-D027-418E-8B0A-1EC27B3F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56260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작은 요청에 unrelated files와 큰 스타일 변경이 섞였다.</a:t>
            </a:r>
          </a:p>
        </p:txBody>
      </p:sp>
      <p:sp>
        <p:nvSpPr>
          <p:cNvPr id="19" name="footer-note">
            <a:extLst xmlns:a="http://schemas.openxmlformats.org/drawingml/2006/main">
              <a:ext uri="{FF2B5EF4-FFF2-40B4-BE49-F238E27FC236}">
                <a16:creationId xmlns:a16="http://schemas.microsoft.com/office/drawing/2014/main" id="{33232A1F-CC28-4805-BF79-D73F8E5B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86644789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AFFBBB-2379-41AA-B3BD-EB72FC01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4890B-59CD-4708-874C-FB839E42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A6D6BFD-BE43-4057-8C8A-6B336CF2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73F211E-67A7-4A29-BA7C-A02781D9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PROBLEM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5C55A-BDF5-43E4-8FBB-3BD19B02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71D28C77-A275-4811-B680-BD5EEA70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CI 실패와 secret-like 문자열은 merge 중단 신호다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76DE054F-72A4-4BEF-9C41-86691693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실패 로그와 위험 문자열을 근거로 수정 요청을 남긴다.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0CDE3875-C6B8-499A-9172-CD3A97D0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70E0D0-4B3A-4DAD-BBCB-BD0E5D8B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2381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1A4193-69C7-4C7E-9B79-2232289C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0096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CFEC9-4E21-401D-A817-5792D75A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4780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required marker 삭제</a:t>
            </a:r>
          </a:p>
          <a:p xmlns:a="http://schemas.openxmlformats.org/drawingml/2006/main">
            <a:pPr algn="l">
              <a:defRPr sz="15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workflow-check 실패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8D99A-36C6-4211-A373-7413D090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838200"/>
            <a:ext cx="2381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82223D-B449-4B40-8750-6CFDFDC2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0096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Secret-like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D60C05-9077-458E-97A0-045D15E7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44780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DEMO_API_KEY</a:t>
            </a:r>
          </a:p>
          <a:p xmlns:a="http://schemas.openxmlformats.org/drawingml/2006/main">
            <a:pPr algn="l">
              <a:defRPr sz="15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sk-demo-****-123456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7D6F33-D8DE-4316-964B-BF1EA7A6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43250"/>
            <a:ext cx="50292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210B83-490F-4C4B-B9F1-8278F1F6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1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merge 중단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C4F59F-3765-47FB-96AF-3DD0593B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624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secret처럼 보이면 값 공유 금지. 실제 secret 가능성은 키 회전/폐기 요청.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799473-251F-4904-BA6A-53D2648C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24400"/>
            <a:ext cx="50292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B04D36-AC90-4A81-9FD5-0509EA6A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1490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 action: Request changes comment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DAD3D-227C-4FBC-BAD9-8618C091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2768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운영 판단은 hold, 화면에서 남길 액션은 수정 요청 comment다.</a:t>
            </a:r>
          </a:p>
        </p:txBody>
      </p:sp>
      <p:sp>
        <p:nvSpPr>
          <p:cNvPr id="21" name="footer-note">
            <a:extLst xmlns:a="http://schemas.openxmlformats.org/drawingml/2006/main">
              <a:ext uri="{FF2B5EF4-FFF2-40B4-BE49-F238E27FC236}">
                <a16:creationId xmlns:a16="http://schemas.microsoft.com/office/drawing/2014/main" id="{92DBC404-C5DA-441B-B7DC-01273F3A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205102035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D9CB12-2C6B-4F3B-85A9-3DA33E07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22508-31EB-41DA-A7BD-7DEBEFEB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B24F53D-43E5-4D78-9931-B62A8FF0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F9898EA-52D3-4AE3-B3B4-B4AA75EF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DECISION MATRIX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6A5E9-0401-4A4B-90A2-49C7912D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24C3F3E7-4225-4BE8-B190-45E081DE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merge/request changes/hold 판단표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B4F39533-7A53-4B39-BB18-1D2739F7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판단은 느낌이 아니라 요청, diff, checks, 위험도를 조합해 내린다.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54B79D86-83F9-436D-A00C-1AF07C1C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68D15-0A38-48A9-955F-35D07918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876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F6A6E-F2C6-4352-9C45-89CEFFCA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009650"/>
            <a:ext cx="1352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판단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9A6741-CC1E-44B3-BCFE-8C4FF690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76300"/>
            <a:ext cx="276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6783A8-F1A3-4FEF-8CB1-B683B606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009650"/>
            <a:ext cx="2495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04E85C-2135-40A3-B813-D8E7542E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876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17B7F3-346A-42D6-96A1-26B443B8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009650"/>
            <a:ext cx="1352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다음 행동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E1D56-5E56-4C27-8156-607F2B0C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8174BE-6F1B-4371-8C77-8BB3F5CA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00200"/>
            <a:ext cx="1352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Merge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E43142-D981-46DB-B73B-BC19CF7A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90650"/>
            <a:ext cx="2762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790E23-57CC-4A6D-8BDC-50232031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00200"/>
            <a:ext cx="2495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요청과 diff 일치 + checks 통과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994389-31DF-4692-84D2-6E773066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139065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0F7CAB-5B97-4EBE-BD6B-787F6AE0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600200"/>
            <a:ext cx="1352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merge한다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9ABEB2-E7F2-41B5-AC7D-422B130B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973442-C694-4BF4-9024-21EAA8C1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1352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Request changes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1FFB34-950B-44A9-9E26-5366DFEB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05050"/>
            <a:ext cx="2762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BEF844-8E05-4F99-B6DF-2F1BD4B6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14600"/>
            <a:ext cx="2495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수정점이 명확하고 범위는 통제됨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8F1EFF-04A4-4464-A76C-2D656B89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30505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F4FDCF-AA27-4DEB-9557-4114F706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514600"/>
            <a:ext cx="1352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comment로 수정 요청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939A5E-0F0E-4469-8FE7-B87FEED6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877FA9-C5CB-41B7-AEDD-A5E6095D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29000"/>
            <a:ext cx="1352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Hold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309FF7-2947-4995-979B-0493CD29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19450"/>
            <a:ext cx="2762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A8FD8E-C8DF-4727-901C-FBA21CD1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29000"/>
            <a:ext cx="2495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범위가 크거나 위험 신호가 있음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D93887-01FE-4916-9811-D848FA15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1945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C0D028-4F85-4616-BAD0-4F6F1954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429000"/>
            <a:ext cx="1352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Approve 금지 + comment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 분리 요청</a:t>
            </a:r>
          </a:p>
        </p:txBody>
      </p:sp>
      <p:sp>
        <p:nvSpPr>
          <p:cNvPr id="33" name="footer-note">
            <a:extLst xmlns:a="http://schemas.openxmlformats.org/drawingml/2006/main">
              <a:ext uri="{FF2B5EF4-FFF2-40B4-BE49-F238E27FC236}">
                <a16:creationId xmlns:a16="http://schemas.microsoft.com/office/drawing/2014/main" id="{809C7E1B-A079-4A14-8D09-91E0A373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36361241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6EB539-5286-4FEC-94B3-C35FB1C8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4C912-E3E6-4DAD-A3A6-B12788B8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32D8B0B-262B-41C0-96FB-D8234219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13DFA09-AF5F-4207-94DC-6880ACBE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CORRECTION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D5E5C-964D-4F41-89CE-D5334C6E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D24DB398-16D3-43B3-B1E6-128958FA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실패 로그와 diff 근거로 수정 요청한다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35A2268B-EE1C-460F-A0F6-582FE155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막연한 지시보다 증거를 붙인 comment가 agent 수정 품질을 높인다.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3C99047D-3BDC-4750-9467-DD65E48D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7C4820-F3BA-43F7-9D93-89CCA2C3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09650"/>
            <a:ext cx="1428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A4A58-E600-4070-8BF1-B4413A42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200150"/>
            <a:ext cx="1009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실패 로그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D3377-99BE-4721-A239-BEA5262C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733550"/>
            <a:ext cx="100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무엇이 깨졌는지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612E46-C1B7-4E96-8884-6D9C15DB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009650"/>
            <a:ext cx="1428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5E79E-E65D-4D93-B6A1-9D585B05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200150"/>
            <a:ext cx="1009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Diff 근거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5F229-915B-4B65-BCCF-9D2BFDBE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33550"/>
            <a:ext cx="100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어느 파일이 문제인지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425951-6225-4C97-989A-F80EB4ED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009650"/>
            <a:ext cx="1428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F3B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5854CB-55A6-480E-A5A0-65097019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200150"/>
            <a:ext cx="1009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5187B7-73AF-4277-86AA-D19A1A61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733550"/>
            <a:ext cx="100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수정 요청을 남김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182CC7-C15D-4BC9-AA36-788F4F99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1428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FD228B-2AD7-4426-A425-7BE5E80F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1009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 fix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83E1D3-9F00-40CE-89E3-100E712D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52900"/>
            <a:ext cx="100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작은 수정 PR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9802E2-5181-40C2-B861-AF219B2A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29000"/>
            <a:ext cx="1428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C29823-65A6-49CD-9619-89D7DA43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1009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A09108-DBBC-4813-995B-D121C885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52900"/>
            <a:ext cx="100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다시 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A8E640-A772-4C95-B258-4B1723EC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192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CF06F1-3825-4DF9-99F7-49DCF339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6192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3438B6-96BD-466C-8FE0-F47C9926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343150"/>
            <a:ext cx="381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74634D-2F0B-4543-88AE-CE9572C6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3860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1BFEDD-0E06-477D-897E-DF38921E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95850"/>
            <a:ext cx="4991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BB7916-D810-4EC2-9CBC-05190D1B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06730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Comment template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BEFE52-0C27-4AAA-AE46-4D30B846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505450"/>
            <a:ext cx="4610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Checks에서 marker check가 실패했습니다.</a:t>
            </a:r>
          </a:p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index.html의 required marker를 복구해 주세요.</a:t>
            </a:r>
          </a:p>
        </p:txBody>
      </p:sp>
      <p:sp>
        <p:nvSpPr>
          <p:cNvPr id="31" name="footer-note">
            <a:extLst xmlns:a="http://schemas.openxmlformats.org/drawingml/2006/main">
              <a:ext uri="{FF2B5EF4-FFF2-40B4-BE49-F238E27FC236}">
                <a16:creationId xmlns:a16="http://schemas.microsoft.com/office/drawing/2014/main" id="{B5DC0853-7BC5-48A8-88B3-2E06F212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56838569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3A0F24-A124-438D-A9BE-B63F8B18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1D18B-5A5D-468C-A0D2-4E745E57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1FAF717-C57D-42ED-8F6D-0E16ED12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ACFD4AE-0AD6-4365-BD62-7FDE8581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E8000D"/>
                </a:solidFill>
                <a:latin typeface="Courier New"/>
                <a:ea typeface="Courier New"/>
                <a:cs typeface="Courier New"/>
              </a:rPr>
              <a:t>ASSIGNMENT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CEDEA-8C93-4A25-A859-C77E379B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0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BCFE2051-715F-49BD-AE88-0959FD20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 하나를 골라 판단 근거를 제출한다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C7A588FE-AE7B-4AB3-9974-FE954F01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판단, 근거 2개, agent에게 남길 comment를 한 묶음으로 제출한다.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A825C846-DFB4-4192-BD9D-701FC3D2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307862-6F31-4B74-BA92-4B3D1F50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00100"/>
            <a:ext cx="2476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ECE1E-8A11-4AB1-8CED-D4776D78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9715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제출 형식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D86101-9B14-438E-916E-B568B591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09700"/>
            <a:ext cx="20955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선택한 PR:</a:t>
            </a:r>
          </a:p>
          <a:p xmlns:a="http://schemas.openxmlformats.org/drawingml/2006/main">
            <a: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판단: Merge / Request changes / Hold</a:t>
            </a:r>
          </a:p>
          <a:p xmlns:a="http://schemas.openxmlformats.org/drawingml/2006/main">
            <a: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근거 1:</a:t>
            </a:r>
          </a:p>
          <a:p xmlns:a="http://schemas.openxmlformats.org/drawingml/2006/main">
            <a: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근거 2:</a:t>
            </a:r>
          </a:p>
          <a:p xmlns:a="http://schemas.openxmlformats.org/drawingml/2006/main">
            <a: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agent에게 남길 comment: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2EDA1E-641C-4072-857B-9586BF4A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800100"/>
            <a:ext cx="23812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944F0-7789-49DF-9667-CBD2E515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9715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샘플 PR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EB9A9-B63F-4943-AF53-A8E2EFF8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409700"/>
            <a:ext cx="20002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좋은 PR</a:t>
            </a:r>
          </a:p>
          <a:p xmlns:a="http://schemas.openxmlformats.org/drawingml/2006/main">
            <a:pPr algn="l">
              <a:defRPr sz="13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큰 변경이 섞인 PR</a:t>
            </a:r>
          </a:p>
          <a:p xmlns:a="http://schemas.openxmlformats.org/drawingml/2006/main">
            <a:pPr algn="l">
              <a:defRPr sz="13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CI 실패 + secret-like PR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정답보다 근거가 먼저다.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50C698-2FF4-4B3A-88F4-4F4CE319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10050"/>
            <a:ext cx="50863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2CC4C7-6AD1-4945-BDFF-4B9F9C3E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00550"/>
            <a:ext cx="4667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수업 종료 기준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D978FF-F50F-4204-BD95-66B9851C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19650"/>
            <a:ext cx="4667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모든 판단에는 Files changed, Diff, Checks 중 하나 이상의 근거가 있어야 한다.</a:t>
            </a:r>
          </a:p>
        </p:txBody>
      </p:sp>
      <p:sp>
        <p:nvSpPr>
          <p:cNvPr id="18" name="footer-note">
            <a:extLst xmlns:a="http://schemas.openxmlformats.org/drawingml/2006/main">
              <a:ext uri="{FF2B5EF4-FFF2-40B4-BE49-F238E27FC236}">
                <a16:creationId xmlns:a16="http://schemas.microsoft.com/office/drawing/2014/main" id="{53CCEC27-757F-4B2E-8149-C9C7D9BA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444444"/>
                </a:solidFill>
                <a:latin typeface="Courier New"/>
                <a:ea typeface="Courier New"/>
                <a:cs typeface="Courier New"/>
              </a:rPr>
              <a:t>Design reference: corazzon/pptx-design-styles (MIT)</a:t>
            </a:r>
          </a:p>
        </p:txBody>
      </p:sp>
    </p:spTree>
    <p:extLst>
      <p:ext uri="{BB962C8B-B14F-4D97-AF65-F5344CB8AC3E}">
        <p14:creationId xmlns:p14="http://schemas.microsoft.com/office/powerpoint/2010/main" val="20355734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2026-05-31T00:31:15.3830000Z</dcterms:created>
  <dcterms:modified xsi:type="dcterms:W3CDTF">2026-05-31T00:31:15.3830000Z</dcterms:modified>
</coreProperties>
</file>