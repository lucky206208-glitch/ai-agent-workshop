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629d90cfc3457b" /><Relationship Type="http://schemas.openxmlformats.org/officeDocument/2006/relationships/extended-properties" Target="/docProps/app.xml" Id="R221ba28b1351462c" /><Relationship Type="http://schemas.openxmlformats.org/officeDocument/2006/relationships/officeDocument" Target="/ppt/presentation.xml" Id="R57903f2c1c27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4bcdc066e484e"/>
  </p:sldMasterIdLst>
  <p:notesMasterIdLst>
    <p:notesMasterId xmlns:r="http://schemas.openxmlformats.org/officeDocument/2006/relationships" r:id="R248a9bc82026409f"/>
  </p:notesMasterIdLst>
  <p:sldIdLst>
    <p:sldId xmlns:r="http://schemas.openxmlformats.org/officeDocument/2006/relationships" id="256" r:id="Re52b0d6cca0f475a"/>
    <p:sldId xmlns:r="http://schemas.openxmlformats.org/officeDocument/2006/relationships" id="257" r:id="Rde5c8ced4bb2453a"/>
    <p:sldId xmlns:r="http://schemas.openxmlformats.org/officeDocument/2006/relationships" id="258" r:id="R352000409ab34099"/>
    <p:sldId xmlns:r="http://schemas.openxmlformats.org/officeDocument/2006/relationships" id="259" r:id="Rddd99412ec724de8"/>
    <p:sldId xmlns:r="http://schemas.openxmlformats.org/officeDocument/2006/relationships" id="260" r:id="Ra54b397400d747a7"/>
    <p:sldId xmlns:r="http://schemas.openxmlformats.org/officeDocument/2006/relationships" id="261" r:id="R2e6284de734440e2"/>
    <p:sldId xmlns:r="http://schemas.openxmlformats.org/officeDocument/2006/relationships" id="262" r:id="Raee06b9372cf44f3"/>
    <p:sldId xmlns:r="http://schemas.openxmlformats.org/officeDocument/2006/relationships" id="263" r:id="Rf4efe3346c81497d"/>
    <p:sldId xmlns:r="http://schemas.openxmlformats.org/officeDocument/2006/relationships" id="264" r:id="Rf51153dbc3aa4338"/>
    <p:sldId xmlns:r="http://schemas.openxmlformats.org/officeDocument/2006/relationships" id="265" r:id="R3ee0b5c92b79452e"/>
    <p:sldId xmlns:r="http://schemas.openxmlformats.org/officeDocument/2006/relationships" id="266" r:id="R09d7b65fc43a4380"/>
    <p:sldId xmlns:r="http://schemas.openxmlformats.org/officeDocument/2006/relationships" id="267" r:id="Rcff8c180d1b240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4bcdc066e484e" /><Relationship Type="http://schemas.openxmlformats.org/officeDocument/2006/relationships/theme" Target="/ppt/theme/theme1.xml" Id="R3bf529ac771e48f1" /><Relationship Type="http://schemas.openxmlformats.org/officeDocument/2006/relationships/notesMaster" Target="/ppt/notesMasters/notesMaster1.xml" Id="R248a9bc82026409f" /><Relationship Type="http://schemas.openxmlformats.org/officeDocument/2006/relationships/presProps" Target="/ppt/presProps.xml" Id="R64a723ece01c4ae6" /><Relationship Type="http://schemas.openxmlformats.org/officeDocument/2006/relationships/viewProps" Target="/ppt/viewProps.xml" Id="Rbc3b962dbfe44256" /><Relationship Type="http://schemas.openxmlformats.org/officeDocument/2006/relationships/tableStyles" Target="/ppt/tableStyles.xml" Id="R74ccedcb8ecc4386" /><Relationship Type="http://schemas.openxmlformats.org/officeDocument/2006/relationships/slide" Target="/ppt/slides/slide1.xml" Id="Re52b0d6cca0f475a" /><Relationship Type="http://schemas.openxmlformats.org/officeDocument/2006/relationships/slide" Target="/ppt/slides/slide2.xml" Id="Rde5c8ced4bb2453a" /><Relationship Type="http://schemas.openxmlformats.org/officeDocument/2006/relationships/slide" Target="/ppt/slides/slide3.xml" Id="R352000409ab34099" /><Relationship Type="http://schemas.openxmlformats.org/officeDocument/2006/relationships/slide" Target="/ppt/slides/slide4.xml" Id="Rddd99412ec724de8" /><Relationship Type="http://schemas.openxmlformats.org/officeDocument/2006/relationships/slide" Target="/ppt/slides/slide5.xml" Id="Ra54b397400d747a7" /><Relationship Type="http://schemas.openxmlformats.org/officeDocument/2006/relationships/slide" Target="/ppt/slides/slide6.xml" Id="R2e6284de734440e2" /><Relationship Type="http://schemas.openxmlformats.org/officeDocument/2006/relationships/slide" Target="/ppt/slides/slide7.xml" Id="Raee06b9372cf44f3" /><Relationship Type="http://schemas.openxmlformats.org/officeDocument/2006/relationships/slide" Target="/ppt/slides/slide8.xml" Id="Rf4efe3346c81497d" /><Relationship Type="http://schemas.openxmlformats.org/officeDocument/2006/relationships/slide" Target="/ppt/slides/slide9.xml" Id="Rf51153dbc3aa4338" /><Relationship Type="http://schemas.openxmlformats.org/officeDocument/2006/relationships/slide" Target="/ppt/slides/slide10.xml" Id="R3ee0b5c92b79452e" /><Relationship Type="http://schemas.openxmlformats.org/officeDocument/2006/relationships/slide" Target="/ppt/slides/slide11.xml" Id="R09d7b65fc43a4380" /><Relationship Type="http://schemas.openxmlformats.org/officeDocument/2006/relationships/slide" Target="/ppt/slides/slide12.xml" Id="Rcff8c180d1b2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d79e84b10c8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a6e15af0c14350" /><Relationship Type="http://schemas.openxmlformats.org/officeDocument/2006/relationships/notesMaster" Target="/ppt/notesMasters/notesMaster1.xml" Id="Rf529e8e4adb7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f80356cfb4062" /><Relationship Type="http://schemas.openxmlformats.org/officeDocument/2006/relationships/notesMaster" Target="/ppt/notesMasters/notesMaster1.xml" Id="R1f7ff7f13b2a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7c39fa0e042ff" /><Relationship Type="http://schemas.openxmlformats.org/officeDocument/2006/relationships/notesMaster" Target="/ppt/notesMasters/notesMaster1.xml" Id="R434fc8f351a341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dbc1423d445c1" /><Relationship Type="http://schemas.openxmlformats.org/officeDocument/2006/relationships/notesMaster" Target="/ppt/notesMasters/notesMaster1.xml" Id="R3585bd02fa74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072f88a71c4de7" /><Relationship Type="http://schemas.openxmlformats.org/officeDocument/2006/relationships/notesMaster" Target="/ppt/notesMasters/notesMaster1.xml" Id="R958bc61a44a1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e8d9dc1098482e" /><Relationship Type="http://schemas.openxmlformats.org/officeDocument/2006/relationships/notesMaster" Target="/ppt/notesMasters/notesMaster1.xml" Id="Rfc39dfe5e7d54e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67c4756a4431b" /><Relationship Type="http://schemas.openxmlformats.org/officeDocument/2006/relationships/notesMaster" Target="/ppt/notesMasters/notesMaster1.xml" Id="Rac22b67567cc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c0d5a6f1df4727" /><Relationship Type="http://schemas.openxmlformats.org/officeDocument/2006/relationships/notesMaster" Target="/ppt/notesMasters/notesMaster1.xml" Id="Rfd262b1ce4c148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f3b356e18e439b" /><Relationship Type="http://schemas.openxmlformats.org/officeDocument/2006/relationships/notesMaster" Target="/ppt/notesMasters/notesMaster1.xml" Id="R51e126ee66b542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0ca1c063764a2a" /><Relationship Type="http://schemas.openxmlformats.org/officeDocument/2006/relationships/notesMaster" Target="/ppt/notesMasters/notesMaster1.xml" Id="Rb3be327374c942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e13fdb7ff746bf" /><Relationship Type="http://schemas.openxmlformats.org/officeDocument/2006/relationships/notesMaster" Target="/ppt/notesMasters/notesMaster1.xml" Id="R2a015e523ca747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c7972760e14931" /><Relationship Type="http://schemas.openxmlformats.org/officeDocument/2006/relationships/notesMaster" Target="/ppt/notesMasters/notesMaster1.xml" Id="R7e9c041a6275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f24fd552044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717bc9bb4a4617" /><Relationship Type="http://schemas.openxmlformats.org/officeDocument/2006/relationships/slideLayout" Target="/ppt/slideLayouts/slideLayout2.xml" Id="Rd2c4d037a593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4d037a593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d4cfd9d124fd7" /><Relationship Type="http://schemas.openxmlformats.org/officeDocument/2006/relationships/notesSlide" Target="/ppt/notesSlides/notesSlide1.xml" Id="Rcfd258e2eae5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9a5a0016143fb" /><Relationship Type="http://schemas.openxmlformats.org/officeDocument/2006/relationships/notesSlide" Target="/ppt/notesSlides/notesSlide2.xml" Id="Rad4eedd2dc88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5f3c81d7b84279" /><Relationship Type="http://schemas.openxmlformats.org/officeDocument/2006/relationships/notesSlide" Target="/ppt/notesSlides/notesSlide3.xml" Id="Rbf12c24c75de47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700de8d18a46b9" /><Relationship Type="http://schemas.openxmlformats.org/officeDocument/2006/relationships/notesSlide" Target="/ppt/notesSlides/notesSlide4.xml" Id="R328cddfbbf4042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3d50f7b1049f1" /><Relationship Type="http://schemas.openxmlformats.org/officeDocument/2006/relationships/notesSlide" Target="/ppt/notesSlides/notesSlide5.xml" Id="R003c18c3b41b40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9083ee38c4249" /><Relationship Type="http://schemas.openxmlformats.org/officeDocument/2006/relationships/notesSlide" Target="/ppt/notesSlides/notesSlide6.xml" Id="Rf05cfc472d674c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cea6adae7455a" /><Relationship Type="http://schemas.openxmlformats.org/officeDocument/2006/relationships/notesSlide" Target="/ppt/notesSlides/notesSlide7.xml" Id="R4bf1806f6cfb47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7a62ae99a4e62" /><Relationship Type="http://schemas.openxmlformats.org/officeDocument/2006/relationships/notesSlide" Target="/ppt/notesSlides/notesSlide8.xml" Id="R62cdfd7739fe46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60234377314fb8" /><Relationship Type="http://schemas.openxmlformats.org/officeDocument/2006/relationships/notesSlide" Target="/ppt/notesSlides/notesSlide9.xml" Id="Rd09dd3990b264a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89b567485d44ae" /><Relationship Type="http://schemas.openxmlformats.org/officeDocument/2006/relationships/notesSlide" Target="/ppt/notesSlides/notesSlide10.xml" Id="R45539f6437f04c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d4fa8e374f46a7" /><Relationship Type="http://schemas.openxmlformats.org/officeDocument/2006/relationships/notesSlide" Target="/ppt/notesSlides/notesSlide11.xml" Id="Rd674ad7b8f12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74d019a9d481b" /><Relationship Type="http://schemas.openxmlformats.org/officeDocument/2006/relationships/notesSlide" Target="/ppt/notesSlides/notesSlide12.xml" Id="R6178f4ca657542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767EA-2263-4986-A915-A7D0574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632AE-CA8A-45CA-AA83-92D91C49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BCE865A-5E42-4094-8A59-37AF64B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8900-2551-4C2A-9C8A-8D782B46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AD81B-688E-4A2E-AD7C-6311129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LECTURE 02 / GITHUB PR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4B910-51BD-476C-9F69-319759F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609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PR로 agent 작업을 통제한다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E9E1F-900D-4D32-9729-67E85980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AI agent가 만든 변경은 GitHub PR에서 증거로 검증한다.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5F051-77B4-485D-BCF0-E695171E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6642F-0A92-4137-A790-3A657069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42950"/>
            <a:ext cx="3676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F99F7-6A3C-4927-AD72-616C8FC5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3676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변경을 main에 합쳐도 되는지 묻는 제안서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F86CB-7394-4DAE-A83D-CCF18FC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1952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D9653-B7BF-40B2-80EB-08454110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1533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A6DAD-9947-4419-A5C9-6E9F4BE3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1533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작업의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A0F69-8B67-4235-8C63-97899098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24150"/>
            <a:ext cx="1952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CEE51-4C99-4ECA-AD2D-D813EF9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14650"/>
            <a:ext cx="1533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1F6C0-7FE8-4F51-AF65-F4207575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43300"/>
            <a:ext cx="1533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자동 검사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01AC1-A553-407A-A013-5A6380DD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476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101D8-16B7-4A19-9B41-0CE64E3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4057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오늘의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39C87-A132-45A4-A9A0-8C25DDA3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057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Git 명령어 암기보다 Files changed, Diff, Checks로 merge 여부를 판단한다.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E769D-A90C-4697-8113-D3005B32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371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02DE4-FA0A-4D7C-99AD-3E8F709E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3295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88EA3-1AB6-40C6-AB74-38666557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2920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Merge / Request changes / Hold</a:t>
            </a:r>
          </a:p>
        </p:txBody>
      </p:sp>
      <p:sp>
        <p:nvSpPr>
          <p:cNvPr id="2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BA0B1A0-6A8B-47CE-BA9C-D53C5B6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2121031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F2298-136C-47BE-A3C3-3A00178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40908-933D-4452-B8AD-54EF87C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C41962-08F1-4217-ABD7-A45DC7B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44763A-59C4-449E-9602-215895B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8CF8-D28D-4D24-A063-2D1DC44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D09A90E-34B7-4BDD-B6DF-C2A1B126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코드를 빨리 바꾸는 것보다 검증 기준이 중요하다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2F6042A-5E74-4F1F-83D4-D0461DA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속도는 agent가 만든다. merge 여부는 사람이 기준으로 결정한다.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9F074A5-576A-4B40-AE59-766B9AB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4006-E55C-4CDF-852C-4876B25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CDF37-91CA-4CA1-932F-18D15AD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066800"/>
            <a:ext cx="3676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기준 &gt; 속도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0CC83-CB5B-4C12-A38D-4351F9C2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3676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agent의 속도는 PR 검토 기준 없이는 위험이 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79EF3-FE82-4D04-ADF9-3AB1F118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33DD2-59B4-440F-8C81-00F13B3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6C254-5682-48E6-AAE6-7507A52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빠르게 변경한다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설명도 생성한다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가끔 과잉수행한다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6CCF8-AE54-4E3C-B180-2D4925E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AB282-DEC7-45B3-B0E5-33FBA64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6D0F8-93ED-41F6-9FB6-00BCFF62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범위를 확인한다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위험을 분류한다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merge를 결정한다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0ECE1-4478-4A64-9A52-AFF69390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5010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20C96-C55C-4D3A-BE4F-73C04B3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462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강의 핵심 문장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37F07-C9F0-4E6F-B425-BB2F0CA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629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Agent가 코드를 바꾸는 속도보다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사람이 변경을 검증하는 기준이 더 중요하다.</a:t>
            </a:r>
          </a:p>
        </p:txBody>
      </p:sp>
      <p:sp>
        <p:nvSpPr>
          <p:cNvPr id="2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070F3FB7-5EF6-4A43-AE49-0E9C5E83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504072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81C53-C26A-4754-A391-FC6BAC2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185B7-89AA-4347-B289-1C807A6D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E9B38A-7E8D-449D-8AF7-6631B41C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C6365C-06B8-44CE-9202-E7105662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CLASS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AA0E9-1F33-40E6-83FC-846F693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C46476C-FF2F-48D3-B424-D4CB73FF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2시간 안에 세 개 PR을 직접 판정한다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3F54FB8B-7362-4F71-8FB2-453C190F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개념 설명은 짧게 두고, 실제 PR 화면에서 근거를 찾는 시간을 늘린다.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AA2A8AB-5453-469D-9B30-AFA1A697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30568-2E2F-44DC-9B4B-955E5845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5725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1BC13-29F2-4DA4-B3A4-5F9EEBCA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047750"/>
            <a:ext cx="1962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1막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문제와 모델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206F4-7436-49C5-9E78-E5FA2320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왜 PR이 안전장치인지</a:t>
            </a:r>
          </a:p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GitHub 흐름을 잡는다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042B7-D83C-40F8-9754-D8F6BA24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5725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881D4-6C6B-42D9-B2D1-E3D56AB4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77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2막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읽는 순서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7C506-047E-456B-8D96-2F5994D8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Files changed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Diff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Checks</a:t>
            </a:r>
          </a:p>
          <a:p xmlns:a="http://schemas.openxmlformats.org/drawingml/2006/main">
            <a:pPr algn="l">
              <a:defRPr sz="11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B0913-00F0-4A17-93A1-D74A3CE2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91D5C-9DED-4AB8-8705-A84115D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1962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3막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실습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8B460-B427-4461-9263-4C99BF9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좋은 PR 1개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문제 PR 2개를 판정한다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340AC-D240-4DE8-893D-C1B84F6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9085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34202-4C32-4716-B4B4-8EE819FF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962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2D541-565D-4FC3-B6B3-94D842FE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0525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판단, 근거 2개,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agent comment 제출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63365-D7A3-43B1-A3C8-018DA9A2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819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D4713-1105-4118-AC95-D845568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43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운영 원칙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02863-BE1A-4BB0-A03B-B9181EAE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531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용어 설명은 짧게, 실제 PR 화면에서 판단을 많이 한다.</a:t>
            </a:r>
          </a:p>
        </p:txBody>
      </p:sp>
      <p:sp>
        <p:nvSpPr>
          <p:cNvPr id="2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CEBD63E-9E77-43CF-9205-4457DB01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41210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628B9-5851-4BB4-8D0C-A33FF49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79067-8A81-4313-A16A-1F7A2DC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7748C6D-4DD5-4461-9E18-B0746CC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CB7E10-2868-49F9-9123-64ABF55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MENTAL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1219E-F9F0-4B8F-A916-43449BDA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E2FCE0D-43F7-4074-BF5F-3970C7F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issue는 요청, PR은 검문소, main은 결과선이다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EEEF41B-E8FE-43E3-9112-729B0A0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GitHub 용어는 전체 흐름 안에서만 필요한 만큼 설명한다.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79E78E3-E293-4F5F-8827-A2F3CF5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F10D0-9D6B-4AB7-BFBC-D7A1753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9CB9-D17E-4632-B5D1-7F5A8830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C91B2-0F9D-4B5A-B724-9BBA0CD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해야 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9586D-D486-4356-A8E2-FDB61E2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90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9E194-3A6A-4E33-8280-7DBFF351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242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D3E99-4074-4DAD-9F1D-B9FC81D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21183-0126-4904-ABC3-C9DFCA0D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34306-D1E3-45C2-A363-47A10ED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433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분리된 작업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BE5F4-54D2-4169-960E-2505EDA1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9EE27-2397-490C-B4AD-BECC43DF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242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51D9D-DE4C-4EC8-BBEC-ADFA6AB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3ADA7-1121-4E59-84E0-30F6CF17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92362-D16A-4528-9CDE-A9A5510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검문소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14CED-B537-48F3-A19B-F1AF9E7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191B4-8D6A-4519-9EF2-9680CDBF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242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0EC7F-B5D8-4889-83A7-D0D9E1E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F55B02-97BD-4940-AC0A-DA45FE94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2900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88E69-404C-4312-91E8-ABCFBA47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자동 검사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E6196-0E38-42B1-BAB7-63FD96FC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0FBA00-01F6-4FBE-B206-D5806DC8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242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B5F35-959B-4E97-AE40-87501E4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FE3EE-7FFA-4654-993D-ED6F7BAA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2BA90-FC8A-4017-8A13-577FEC96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433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합쳐진 결과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0B9D1-FA73-4C75-B8F1-957370FC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D2B96A-938A-44F6-8EBB-81DD10FF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430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1E113-778A-49FC-A8D1-AB53401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716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main에 합치기 전 사람이 보는 제안서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73043-D204-42D7-A0B8-7779F69A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952500"/>
            <a:ext cx="238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376687-B0B4-478F-A858-25B7FF76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1430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1BF2BB-022D-4D5D-ADBF-08DDE1EE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716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검토가 끝난 변경만 결과선에 합친다</a:t>
            </a:r>
          </a:p>
        </p:txBody>
      </p:sp>
      <p:sp>
        <p:nvSpPr>
          <p:cNvPr id="3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144F4091-5B0A-49D9-8CE5-1F65DF6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5938662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72000-352F-468E-B6C7-54E96CAF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41CD-9B65-4BF8-B476-253670D9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4A5107-67B4-4CA7-8632-562D0CAB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955413-2AE1-481B-A80B-FD7696D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08FB9-00E1-4268-9B1F-A70BA755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393EEBD-A904-4BA3-BE0E-19FFB397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PR은 네 단계로 읽는다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D0CA0E5-2100-48F9-BCC1-45DF7350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Files changed -&gt; Diff -&gt; Checks -&gt; Decision 순서로 판단한다.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BBBCA31-8ADF-47B4-88D5-EE57B34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9C75C-F39B-41CB-87E0-0A8B576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763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AC48B-9C4C-4600-9813-770C8FD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0668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84E06-D7B9-446B-AC40-56E0BD7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2880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파일 수와 파일명으로 범위를 본다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8C2A9-9635-44E2-92A3-EA6B968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8763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BD3CC-228D-40A6-9FDC-B5106CB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668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256EF-C4D6-414C-80E8-2149B1BB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요청과 실제 변경이 같은지 본다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C6DB0-5624-440C-BFAF-7684CE03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2E910-68B2-4197-8771-13795CB9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6CA31-527D-475B-BB56-2D3418F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CI 실패는 merge 중단 신호다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30C91-13BD-408F-BCCE-E891038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7D051-CCB8-4BD2-905C-DBAEB350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0F742-174C-4478-BA8A-06281E1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095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merge / request / hold를 고른다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EA0A3-CEC7-4330-996C-2561127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857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C070E-AA29-4E23-A7BA-E6858DD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주의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B42AF-0BE7-4AE6-A42F-A8AA4409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 description은 출발점이다.</a:t>
            </a:r>
          </a:p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판단은 Files changed와 diff에서 시작한다.</a:t>
            </a:r>
          </a:p>
        </p:txBody>
      </p:sp>
      <p:sp>
        <p:nvSpPr>
          <p:cNvPr id="2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BA5197E-AF23-4547-B38C-77C6CBD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20662306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0E40F-4737-4A1F-9AFE-84490B19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AE00B-0324-472C-98D2-1D725179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AF96E0-108D-4DD0-AAC7-A6BB2CBF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9D3B81-9B85-4317-B704-613DB6F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B325A-67BB-494C-B808-14EB4E3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C61275F-6E37-4599-9311-E1450BBE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강사 데모는 클릭 순서와 판단 근거를 같이 보여준다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D916B28-F7DD-41B6-9B77-689739E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issue 한 문장, Files changed, Diff, Checks, decision을 한 번에 연결한다.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B5A5B69-6959-4C20-892C-BCB2360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C2CD4-8485-4EB7-BD70-3AF72BD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191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01C25-770D-4A1C-9D18-566B5994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9525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CA2F9-2DEA-4A7F-B6AB-C3B9B23F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8477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2B422-E604-4F8F-9B8B-920F82DB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430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요구사항을 한 문장으로 줄인다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D36B4-AC36-42A9-B898-76A4724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2D95C-9135-493A-AE57-6AA637D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288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C32CD-9C42-4D27-8931-8B7E08A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2A1E2-F27F-46C9-A70F-493E0612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193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description은 주장으로만 읽는다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F754B-6677-4511-8E29-5954684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62675-8144-495B-A4AF-51626FF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051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14CFB-ADA9-4BD0-A72C-2A95DCAF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003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Files changed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66CEB-1043-40CB-82DD-B01EE00F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변경 파일 수와 이름을 본다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86790-93E8-433B-933C-AC2908D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13868-8D4A-4DD2-A67D-F6DCAD8C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C9876-6EAB-4B33-B710-8A4E9FE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14075-23B7-4B3B-A48A-9330337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71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요청 밖 변경을 찾는다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0B629D-8E9C-42F4-A025-42F2B22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19906-23FD-4013-8105-A5355FB5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577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DA085-0C01-4B35-B2E3-EC24CE7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529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D9B75-785C-4FC6-B64E-A631A7A5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482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실패 로그를 근거로 삼는다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32E6DD-D581-4322-B7CC-80A0816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838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84F52-8B89-4713-9780-46BAE2EC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마지막 질문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C8FE2D-7494-4E26-B400-95BE49F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이 PR을 지금 main에 합쳐도 되는가?</a:t>
            </a:r>
          </a:p>
        </p:txBody>
      </p:sp>
      <p:sp>
        <p:nvSpPr>
          <p:cNvPr id="32" name="footer-note">
            <a:extLst xmlns:a="http://schemas.openxmlformats.org/drawingml/2006/main">
              <a:ext uri="{FF2B5EF4-FFF2-40B4-BE49-F238E27FC236}">
                <a16:creationId xmlns:a16="http://schemas.microsoft.com/office/drawing/2014/main" id="{68280491-E382-47C8-8267-A9ACC09F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4307549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454276-BB13-4CEB-A4D0-3872E60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45D9C-F819-4330-AD3E-C677E6B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F4A683-F26B-40BD-9372-241E59C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5361AF-93B3-4D21-B52F-D66C21E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GOOD PR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AB124-7458-47C2-881A-524D5B17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8B40502-0DEE-4E8A-84EF-64B6030B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 가능한 PR은 증거가 단순하다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AB9CDA1-1E22-4C54-B949-0F44221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작은 요청, 적은 파일, 설명과 diff 일치, CI 통과가 한 화면에 모인다.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3C0FE06-6675-49CC-B2CA-86ED1DB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642B9-E5FC-44F8-9E06-EA2B2FA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183BF-D35E-4253-ADA4-34F8A305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0668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85747-9DEC-4D34-A86F-DD8CCB2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573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작은 issue 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376BD-BAFD-499E-89A8-FC713B56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763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1A97E-43CF-4995-B6E9-C4748EB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668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BF494-293F-4AFF-80BA-41FB73B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573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README + index.html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DA73D-193F-4400-9F9C-6DE8D777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F73BD-21AF-4FEA-B3B6-873BC35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FED5F-AA49-4932-9547-632FF756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설명과 실제 변경 일치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DCD05-65C0-44FB-8648-3A06FB0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0A416-709E-4CE3-BF95-6DD44CA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0C7B7-C091-46F8-B387-5A597630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초록색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5598B-E9EE-46FF-9B35-3FAE429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2F197-C8B3-486C-8E00-1166CD0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67250"/>
            <a:ext cx="453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Decision: Merge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E2EE0-4BC0-4DA9-AA04-6FB675C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863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근거가 단순하고 checks가 통과했다.</a:t>
            </a:r>
          </a:p>
        </p:txBody>
      </p:sp>
      <p:sp>
        <p:nvSpPr>
          <p:cNvPr id="2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CCA280C-9661-4169-BA96-D6FF84D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3916981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2576F-2A8F-4EC2-9BF0-8224606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09212-B85F-452E-AB75-CF15EF37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BA390D-69C4-4378-BFCC-93E7DCA9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6C8F38-2416-4E49-AE2C-6F1A16C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PROBLEM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CB44-CC53-4D76-91E0-6C54C4E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E99BCC6-A740-455E-870B-75F2F5F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작은 요청에 큰 변경이 섞이면 hold한다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2C559EB1-CB23-4356-A6CE-AB04B80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unrelated files와 넓은 스타일 변경은 agent 과잉수행 신호다.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807320C-3E9C-44BA-BFBA-32A1003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06A61-00B4-4544-9CBD-21FCB803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2381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0952-6F3A-4FBD-8BE0-496C078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9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Issue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C4B76-FED8-4564-AD11-9DEF994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2000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제목 문구만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더 짧게 바꾼다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64A6D-8792-4EB1-A3C5-882230BF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8200"/>
            <a:ext cx="2381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F33BC-82A3-465A-81C7-3CE3B84A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09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79AD0-4A7F-47E1-941E-BBF2CCB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47800"/>
            <a:ext cx="2000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index.html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styles.css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README.md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docs/agent-extra-notes.md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27F17-FB7A-4064-8FD4-F6C1128A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051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68570-E739-49C4-B48C-5DFED6E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502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7E24A-305A-47D5-ABB5-8ED1637D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3875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Decision: 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EAE6D-3D24-4179-9F49-4C0EA16A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6260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작은 요청에 unrelated files와 큰 스타일 변경이 섞였다.</a:t>
            </a:r>
          </a:p>
        </p:txBody>
      </p:sp>
      <p:sp>
        <p:nvSpPr>
          <p:cNvPr id="1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F0C0B5F1-3D5D-437A-BC2F-C18D2A60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7505063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72DD1-1670-4F8B-8675-AC2D10B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4835B-0213-4DA6-B679-7525C081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27FAD-37CE-495E-99CC-57D582B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E66A93-36A0-4584-8259-E3CAC4FF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PROBLEM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7D061-3667-4C2C-AE13-E6105476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7CACD16-B380-49BD-B89B-5C22A426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 실패와 secret-like 문자열은 merge 중단 신호다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3A8D85BC-3DD0-48FF-87F3-AB1D9F7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실패 로그와 위험 문자열을 근거로 수정 요청을 남긴다.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FFC3922-E702-43B4-8243-51FACB19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05213-957B-45D4-AE5A-7E350FCE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2381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F5826-29E8-4660-AA70-49A87084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9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69614-37CC-4685-A9CF-88451589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required marker 삭제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workflow-check 실패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D5729-6E9E-4F79-A7AF-4F3B31C5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38200"/>
            <a:ext cx="2381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F4744-9140-4795-8BDA-E05F621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09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Secret-like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DB2F1-909D-49A2-AB85-3B01A512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478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DEMO_API_KEY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sk-demo-****-123456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5B5F6-FD3A-4372-8799-2AF27D6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029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185A-8DBC-4B68-8BDE-44E6EBF2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 중단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D0A81-2DEB-4663-ACFF-2FA17449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624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secret처럼 보이면 값 공유 금지. 실제 secret 가능성은 키 회전/폐기 요청.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0D6AE-4A5D-41FF-8D8C-6794687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02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A64B4-E815-4708-870B-8F32A032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14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 action: Request changes comment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AD934-35BA-4315-B2DE-15BAD723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7685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운영 판단은 hold, 화면에서 남길 액션은 수정 요청 comment다.</a:t>
            </a:r>
          </a:p>
        </p:txBody>
      </p:sp>
      <p:sp>
        <p:nvSpPr>
          <p:cNvPr id="2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5601A1E-DB3C-442D-A87B-C9ED9B1A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7402371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B9F06-9F0C-4982-93CE-13C579CE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27315-50ED-48AE-BD29-F4A4094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6AD5BC-81AE-4064-B8B1-A95DB693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EEF789-BA89-41B3-B485-8CA7418D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DECISION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808B5-0956-4187-8C2D-5CD8F6B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8497B7C-1FB5-4F2C-8C7A-1B762294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merge/request changes/hold 판단표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FDFA3935-8804-4ED7-BE69-D37777C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판단은 느낌이 아니라 요청, diff, checks, 위험도를 조합해 내린다.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1F29F37-32BC-497D-9319-67F53B7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05A76-5BC2-40B8-B655-9E92BF0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F9D43-58AD-4CF1-A63C-A5BB7DB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096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56BFB-28E0-485D-B487-E5043C1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697A4-6279-4854-B248-654FA62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096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EB314-2515-44C0-84FA-B299151F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7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64379-D072-4641-A408-94421E04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0096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다음 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86F43-3D22-4CE8-A134-74FD7608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1B9C6-3AD7-43C7-9755-1D09382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65DA9-894F-4B6C-B989-31F36E2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7C31C-A5FA-4186-93FF-697BB85C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00200"/>
            <a:ext cx="2495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요청과 diff 일치 + checks 통과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6B0DE-11C9-4FC3-88C6-A2E743B8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906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D5ADC-CE24-43F9-A827-E5F84E0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002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23EE5-59AA-4C09-91AA-8E18931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3C05D-629E-45AF-9C99-6D4465B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Request changes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B901F-E2AC-48E4-BAA4-EF43AEA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67A2F-59CC-46CC-A79F-5286BC03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495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수정점이 명확하고 범위는 통제됨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A4729-726E-416A-A5A1-864AD683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9AE4B-D1E4-43E4-9087-9C03735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146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comment로 수정 요청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EE5F0-CEBF-449F-90F0-90A60AF6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AEED2-8593-428D-BF34-5886D569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FA5A7-0D44-4660-9DF7-4DD3077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45045-6421-4994-B2A3-CB50B2A0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2495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범위가 크거나 위험 신호가 있음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7B6654-A33F-4AF5-9488-0C86166A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194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412B3-5294-4F61-86FE-4043DA2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290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 금지 + comment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 분리 요청</a:t>
            </a:r>
          </a:p>
        </p:txBody>
      </p:sp>
      <p:sp>
        <p:nvSpPr>
          <p:cNvPr id="3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EA553C0-87CD-485F-B889-12704ED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1316942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2E7D2-A736-4B83-8E69-D25B20E5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F2219-2392-4139-9122-6969F43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38A84C-6BBF-4366-A9F9-14BE3F9D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D555FB-FBE3-4EBE-B854-B091EB4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CORRECTION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5235E-EBFE-44B3-B391-3FC80669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10FB114-ECAB-4887-BE20-23AEF6E5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실패 로그와 diff 근거로 수정 요청한다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BD8FCDF-7E9D-453D-BD0E-655DA8E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막연한 지시보다 증거를 붙인 comment가 agent 수정 품질을 높인다.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5DBC0DE-4C3A-4D0A-9D60-26B4565A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E0F0F-F5DB-40A0-930D-BFC86E85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2343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23980-50A9-4986-B176-ABE7DA6B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0668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나쁜 comment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3D596-1EBB-4DDC-91A1-94ACE986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수정해 주세요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C457E-273C-448D-BE78-5DEC5BB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76300"/>
            <a:ext cx="2343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EF580-BDB3-49B2-B413-F1E4847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668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좋은 comment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5E560-2A55-4B4B-A13A-7D013C58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로그 + 파일 + 기대 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0419F-68CD-4D10-8CCF-09C3799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9911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70EC7-AF67-4E7B-9E09-770EE54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Comment template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D92FD-7B5D-4049-B4E5-CB28D6F6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4610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Checks에서 marker check가 실패했습니다.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index.html에서 required marker가 삭제된 것으로 보입니다.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해당 marker를 복구하고 PR 범위를 다시 줄여 주세요.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681FF-FD3A-4961-A912-32FA0342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991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9CB5D-331E-43C7-AA95-96CA20D8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006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원칙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9B0F8-139A-4C70-A1DE-3C60412C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435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comment는 agent가 바로 수정할 수 있을 만큼 구체적이어야 한다.</a:t>
            </a:r>
          </a:p>
        </p:txBody>
      </p:sp>
      <p:sp>
        <p:nvSpPr>
          <p:cNvPr id="2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AC8A2AAB-1A36-4585-9769-B05A837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5518155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4CB50A-283F-40D9-9D54-23E427A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1FD20-C8DE-469D-8607-04578BD8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ADF4FB-E9C7-4333-8E7A-795FF43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67EF03-D0AB-4B68-A54F-EC83DF1B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E8000D"/>
                </a:solidFill>
                <a:latin typeface="Courier New"/>
                <a:ea typeface="Courier New"/>
                <a:cs typeface="Courier New"/>
              </a:rPr>
              <a:t>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58E57-2C9E-496E-AEC5-E7519BB6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0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98935C9-9164-4364-9DAD-4DFD6360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Exit ticket은 판단, 근거, agent comment로 끝낸다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B8C593B-BFE1-48BF-B97C-6284B89E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정답 암기보다 근거를 말로 남기는 습관을 만든다.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AEDAA72-8B4E-449D-9D45-CDC4D69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C524-2A80-42E1-94B4-8A5F22D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00100"/>
            <a:ext cx="2476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C995B-9B01-4D02-BB3D-0204373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71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6AA73-1F9F-45CD-B18F-B948CCE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2095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선택한 PR: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판단: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근거 1: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근거 2:</a:t>
            </a:r>
          </a:p>
          <a:p xmlns:a="http://schemas.openxmlformats.org/drawingml/2006/main">
            <a:pPr algn="l">
              <a:defRPr sz="15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agent comment: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6933F-1863-4557-8624-3AFE745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800100"/>
            <a:ext cx="2381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0D55A-1EFA-4D6A-BB8D-0D25744B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71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선택지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29560-8E0C-4C01-9BAD-DF0B8DA9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09700"/>
            <a:ext cx="2000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좋은 PR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큰 변경이 섞인 PR</a:t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CI 실패 + secret-like PR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정답보다 근거가 먼저다.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78ADD-9CC1-4E89-9C30-69ED7BB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50863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4561C-E569-48D9-827F-14AB64F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466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수업 종료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973B7-B63B-4D8A-A798-904B8E5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57750"/>
            <a:ext cx="466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Files changed, Diff, Checks 중 하나 이상의 근거가 있어야 한다.</a:t>
            </a:r>
          </a:p>
        </p:txBody>
      </p:sp>
      <p:sp>
        <p:nvSpPr>
          <p:cNvPr id="1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961D280-85FD-49C1-AE59-894DE60F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444444"/>
                </a:solidFill>
                <a:latin typeface="Courier New"/>
                <a:ea typeface="Courier New"/>
                <a:cs typeface="Courier New"/>
              </a:rPr>
              <a:t>Design reference: corazzon/pptx-design-styles (MIT)</a:t>
            </a:r>
          </a:p>
        </p:txBody>
      </p:sp>
    </p:spTree>
    <p:extLst>
      <p:ext uri="{BB962C8B-B14F-4D97-AF65-F5344CB8AC3E}">
        <p14:creationId xmlns:p14="http://schemas.microsoft.com/office/powerpoint/2010/main" val="305039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2026-05-31T11:28:36.0110000Z</dcterms:created>
  <dcterms:modified xsi:type="dcterms:W3CDTF">2026-05-31T11:28:36.0110000Z</dcterms:modified>
</coreProperties>
</file>