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ucky206208-glitch/ai-agent-workshop/pull/9" TargetMode="External"/><Relationship Id="rId3" Type="http://schemas.openxmlformats.org/officeDocument/2006/relationships/hyperlink" Target="https://github.com/lucky206208-glitch/ai-agent-workshop/pull/10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LECTURE 02 / GITHUB PR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6583680" cy="1417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Malgun Gothic"/>
              </a:rPr>
              <a:t>AI agent PR을
merge해도 되는지 판단하기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697480"/>
            <a:ext cx="67665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0">
                <a:solidFill>
                  <a:srgbClr val="444444"/>
                </a:solidFill>
                <a:latin typeface="Malgun Gothic"/>
              </a:rPr>
              <a:t>Git 명령어 암기가 아니라 PR 화면에서 근거를 찾는 수업입니다.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730752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3877056"/>
            <a:ext cx="277977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297680"/>
            <a:ext cx="2779776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이 변경을 main에 합쳐도 되는가?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3401568"/>
            <a:ext cx="2743200" cy="1572768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3547872"/>
            <a:ext cx="241401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읽는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3968496"/>
            <a:ext cx="2414016" cy="8778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Files changed -&gt; Diff -&gt; 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30752"/>
            <a:ext cx="3063240" cy="12344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87183" y="3877056"/>
            <a:ext cx="273405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3" y="4297680"/>
            <a:ext cx="2734056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Merge / Request changes / 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61320" y="1051560"/>
            <a:ext cx="228600" cy="420624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01 / Design reference: corazzon/pptx-design-styles (MIT)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속도보다 merge 판단 기준이 중요하다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Agent는 빠르게 바꿉니다. 사람은 근거로 멈추거나 합쳐야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02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빠른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AI agent는 한 번에 여러 파일을 바꿀 수 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느린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사람은 PR에서 위험 신호를 확인해야 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실패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잘못 merge하면 main과 배포 흐름이 오염된다.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오늘은 세 개 Draft PR을 판정한다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Draft는 수업 안전장치입니다. 판단 연습은 PR 내용과 Checks를 기준으로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03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Good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작은 요청, 작은 diff, checks 통과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Problem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checks는 통과하지만 scope creep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Problem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checks 실패와 training secret marker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GLOSSARY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GitHub 용어는 PR 판단에 필요한 만큼만 배운다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Issue, Branch, PR, Files changed, Diff, Checks, CI/CD를 화면 위치와 함께 익힙니다.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04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Issue: 작업 요청서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Branch: main과 분리된 작업 줄기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PR: main에 합쳐도 되는지 검토하는 제안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Files changed / Diff: 변경 파일과 줄 단위 변경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681727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599431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Checks / CI: merge 전 자동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11149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02920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CD: merge 뒤 자동 배포, 이번 수업에서는 짧게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Issue -&gt; Branch -&gt; PR -&gt; Checks -&gt;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Issue는 요청, PR은 검문소, Checks는 자동 검사, Decision은 사람의 판단입니다.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05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요구사항을 한 문장으로 줄인다.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PR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Files changed와 Diff로 실제 변경을 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Checks까지 보고 merge 여부를 결정한다.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PR은 네 단계로 읽는다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Files changed에서 범위를 보고, Diff에서 내용을 보고, Checks에서 자동 검사를 본 뒤 결정합니다.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06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1 Files changed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요청 범위와 파일 목록이 맞는가?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2 Diff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agent 설명과 실제 변경이 같은가?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3 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CI가 통과했는가?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강사 데모는 Good PR 하나로 진행한다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https://github.com/lucky206208-glitch/ai-agent-workshop/pull/8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07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Issue 링크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Draft는 안전장치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탭 순서: Conversation -&gt; Files changed -&gt; Checks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d-p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GOOD PR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작은 요청, 작은 diff, 통과한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내용상 Merge 판단입니다. 실제 수업 PR은 Draft라서 merge하지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08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2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ood-pr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CI가 통과해도 scope creep이면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작은 copy 요청에 styles.css, README, unrelated docs가 섞이면 위험 신호입니다.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09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4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Scope creep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a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Problem A의 Checks는 초록색이어도 충분하지 않다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CI는 자동 검사일 뿐이고 변경 범위 판단은 사람이 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10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>
            <a:solidFill>
              <a:srgbClr val="1F8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Still Hold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a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CI 실패와 training secret marker는 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.env와 TRAINING_SECRET_DO_NOT_USE를 보고 값을 복사하지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11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.env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Do not copy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b-files-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PROBLEM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Problem B의 Checks 실패는 merge 중단 신호다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실패 로그와 위험 파일을 근거로 request changes 문장을 작성합니다.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12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Checks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2788920"/>
            <a:ext cx="1508760" cy="30175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>
            <a:solidFill>
              <a:srgbClr val="CF2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3744" y="2843784"/>
            <a:ext cx="141732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Request changes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2523744"/>
            <a:ext cx="6537960" cy="3675887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blem-b-checks-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260" y="2523744"/>
            <a:ext cx="5293278" cy="36758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CI는 깊게, CD는 짧게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CI는 merge 전 자동 검사입니다. CD는 merge 이후 자동 배포이며 이번 수업에서는 용어만 설명합니다.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13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PR마다 자동 검사: marker, secret-like 문자열, page title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GitHub PR 화면에서 성공/실패를 확인한다.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merge 뒤 배포 자동화. 이번 수업의 실습 범위 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Hold는 GitHub 버튼이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Hold는 approve하지 않는 운영 판단입니다. 근거를 남기고 수정 요청 또는 blocking comment를 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14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Merge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요청과 diff가 일치하고 checks가 통과한다.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Request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방향은 맞지만 수정 지점이 명확하다.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범위 또는 보안 위험이 커서 approve하지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COMMENT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좋은 agent comment는 위치, 근거, 요청을 담는다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Checks 실패 로그와 Diff 위치를 말하고, 무엇을 되돌릴지 명확히 요청합니다.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15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위치: Files changed의 파일명 또는 Checks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근거: Issue 범위, diff, 실패 로그 중 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요청: 삭제, 분리, CI 복구처럼 행동으로 끝나는 문장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주의: secret-like 값은 comment에 복사하지 않는다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AI agent별 작업공간을 분리하면 PR 검토가 쉬워진다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기존 diff/stash 중심 방식보다 worktree + branch + PR 방식이 변경 범위를 분리합니다.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16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기존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한 폴더에서 diff/stash/branch 전환으로 agent 결과를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변경이 섞였는지 판단하기 어렵고 workspace가 지저분해짐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worktree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agent마다 별도 폴더와 branch를 주고 PR 단위로 검토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WORKTREE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이 수업은 worktree 명령어 실습이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Worktree는 운영 개념입니다. 학생은 PR 화면에서 판단 근거를 찾는 데 집중합니다.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17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Agent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worktree A -&gt; branch A -&gt; PR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Agent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worktree B -&gt; branch B -&gt; PR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447288"/>
            <a:ext cx="292608" cy="2194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600" b="1">
                <a:solidFill>
                  <a:srgbClr val="E8000D"/>
                </a:solidFill>
                <a:latin typeface="Consola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3063240"/>
            <a:ext cx="3246120" cy="11704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954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Malgun Gothic"/>
              </a:rPr>
              <a:t>Human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30168"/>
            <a:ext cx="29169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E6E6E6"/>
                </a:solidFill>
                <a:latin typeface="Malgun Gothic"/>
              </a:rPr>
              <a:t>PR별 Files changed / Diff / Checks 판정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개인 실습: Good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https://github.com/lucky206208-glitch/ai-agent-workshop/pull/8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18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변경 파일 수를 말한다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diff가 Issue와 일치하는지 말한다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822191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39896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Checks 상태를 말한다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4251959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4169663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내용상 Merge인지 판단한다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페어 실습: Problem A와 Problem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통과한 checks와 실패한 checks가 각각 어떤 판단 근거가 되는지 비교합니다.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19 / Design reference: corazzon/pptx-design-styles (MIT)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62656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880360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Problem A: CI 통과와 scope creep을 분리해 판단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3392424"/>
            <a:ext cx="109728" cy="109728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10128"/>
            <a:ext cx="493776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Malgun Gothic"/>
              </a:rPr>
              <a:t>Problem B: CI 실패와 training marker를 근거로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864608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969DA"/>
                </a:solidFill>
                <a:latin typeface="Consolas"/>
                <a:hlinkClick r:id="rId2"/>
              </a:rPr>
              <a:t>https://github.com/lucky206208-glitch/ai-agent-workshop/pull/9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212080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969DA"/>
                </a:solidFill>
                <a:latin typeface="Consolas"/>
                <a:hlinkClick r:id="rId3"/>
              </a:rPr>
              <a:t>https://github.com/lucky206208-glitch/ai-agent-workshop/pull/10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-marker"/>
          <p:cNvSpPr/>
          <p:nvPr/>
        </p:nvSpPr>
        <p:spPr>
          <a:xfrm>
            <a:off x="438912" y="347472"/>
            <a:ext cx="128016" cy="128016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cker-label"/>
          <p:cNvSpPr txBox="1"/>
          <p:nvPr/>
        </p:nvSpPr>
        <p:spPr>
          <a:xfrm>
            <a:off x="676656" y="283464"/>
            <a:ext cx="420624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r>
              <a:rPr sz="1000" b="1">
                <a:solidFill>
                  <a:srgbClr val="E8000D"/>
                </a:solidFill>
                <a:latin typeface="Consolas"/>
              </a:rPr>
              <a:t>EXIT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22960"/>
            <a:ext cx="2606040" cy="22860"/>
          </a:xfrm>
          <a:prstGeom prst="rect">
            <a:avLst/>
          </a:prstGeom>
          <a:solidFill>
            <a:srgbClr val="E8000D"/>
          </a:solidFill>
          <a:ln>
            <a:solidFill>
              <a:srgbClr val="E800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9006840" cy="10607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Malgun Gothic"/>
              </a:rPr>
              <a:t>Exit ticket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8183879" cy="530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Malgun Gothic"/>
              </a:rPr>
              <a:t>선택한 PR, 판단, 근거 2개, agent에게 남길 comment를 제출합니다.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6492240"/>
            <a:ext cx="2971800" cy="1645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/>
            <a:r>
              <a:rPr sz="700" b="0">
                <a:solidFill>
                  <a:srgbClr val="737373"/>
                </a:solidFill>
                <a:latin typeface="Consolas"/>
              </a:rPr>
              <a:t>20 / Design reference: corazzon/pptx-design-styles (MIT)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E8FF3B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Merge / Request changes / Hold 중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4ECDC4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Files changed, Diff, Checks 중 2개 이상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97180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18104"/>
            <a:ext cx="291693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400" b="1">
                <a:solidFill>
                  <a:srgbClr val="111111"/>
                </a:solidFill>
                <a:latin typeface="Malgun Gothic"/>
              </a:rPr>
              <a:t>comment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38728"/>
            <a:ext cx="2916936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000" b="0">
                <a:solidFill>
                  <a:srgbClr val="444444"/>
                </a:solidFill>
                <a:latin typeface="Malgun Gothic"/>
              </a:rPr>
              <a:t>위치 + 근거 + 요청이 모두 보이게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