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153352f04b84c7e" /><Relationship Type="http://schemas.openxmlformats.org/officeDocument/2006/relationships/extended-properties" Target="/docProps/app.xml" Id="R809b01f0356e4ecc" /><Relationship Type="http://schemas.openxmlformats.org/officeDocument/2006/relationships/officeDocument" Target="/ppt/presentation.xml" Id="R018dbc64109448e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c7bc523e06e4689"/>
  </p:sldMasterIdLst>
  <p:notesMasterIdLst>
    <p:notesMasterId xmlns:r="http://schemas.openxmlformats.org/officeDocument/2006/relationships" r:id="R1955c9d5cce94927"/>
  </p:notesMasterIdLst>
  <p:sldIdLst>
    <p:sldId xmlns:r="http://schemas.openxmlformats.org/officeDocument/2006/relationships" id="256" r:id="R99aae0129cd54958"/>
    <p:sldId xmlns:r="http://schemas.openxmlformats.org/officeDocument/2006/relationships" id="257" r:id="R24bc316a15ef4950"/>
    <p:sldId xmlns:r="http://schemas.openxmlformats.org/officeDocument/2006/relationships" id="258" r:id="Re0a6e03718c14aec"/>
    <p:sldId xmlns:r="http://schemas.openxmlformats.org/officeDocument/2006/relationships" id="259" r:id="R58f1bc2bd528488d"/>
    <p:sldId xmlns:r="http://schemas.openxmlformats.org/officeDocument/2006/relationships" id="260" r:id="Rc9aaac77e8ba4d88"/>
    <p:sldId xmlns:r="http://schemas.openxmlformats.org/officeDocument/2006/relationships" id="261" r:id="Rbfa6cf310cac4ea2"/>
    <p:sldId xmlns:r="http://schemas.openxmlformats.org/officeDocument/2006/relationships" id="262" r:id="R26fad56508cc410d"/>
    <p:sldId xmlns:r="http://schemas.openxmlformats.org/officeDocument/2006/relationships" id="263" r:id="R4a0a1bf2741847b4"/>
    <p:sldId xmlns:r="http://schemas.openxmlformats.org/officeDocument/2006/relationships" id="264" r:id="R7427d0e15af44224"/>
    <p:sldId xmlns:r="http://schemas.openxmlformats.org/officeDocument/2006/relationships" id="265" r:id="Rc46d55a48de540c0"/>
    <p:sldId xmlns:r="http://schemas.openxmlformats.org/officeDocument/2006/relationships" id="266" r:id="Rfc1b750740ed4bb4"/>
    <p:sldId xmlns:r="http://schemas.openxmlformats.org/officeDocument/2006/relationships" id="267" r:id="R0da5d2f13b0d444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7bc523e06e4689" /><Relationship Type="http://schemas.openxmlformats.org/officeDocument/2006/relationships/theme" Target="/ppt/theme/theme1.xml" Id="Rbc0c260d67424653" /><Relationship Type="http://schemas.openxmlformats.org/officeDocument/2006/relationships/notesMaster" Target="/ppt/notesMasters/notesMaster1.xml" Id="R1955c9d5cce94927" /><Relationship Type="http://schemas.openxmlformats.org/officeDocument/2006/relationships/presProps" Target="/ppt/presProps.xml" Id="R748f1f6a4bc64d78" /><Relationship Type="http://schemas.openxmlformats.org/officeDocument/2006/relationships/viewProps" Target="/ppt/viewProps.xml" Id="R19c49ddacdf24a39" /><Relationship Type="http://schemas.openxmlformats.org/officeDocument/2006/relationships/tableStyles" Target="/ppt/tableStyles.xml" Id="R5631fca9c78a4884" /><Relationship Type="http://schemas.openxmlformats.org/officeDocument/2006/relationships/slide" Target="/ppt/slides/slide1.xml" Id="R99aae0129cd54958" /><Relationship Type="http://schemas.openxmlformats.org/officeDocument/2006/relationships/slide" Target="/ppt/slides/slide2.xml" Id="R24bc316a15ef4950" /><Relationship Type="http://schemas.openxmlformats.org/officeDocument/2006/relationships/slide" Target="/ppt/slides/slide3.xml" Id="Re0a6e03718c14aec" /><Relationship Type="http://schemas.openxmlformats.org/officeDocument/2006/relationships/slide" Target="/ppt/slides/slide4.xml" Id="R58f1bc2bd528488d" /><Relationship Type="http://schemas.openxmlformats.org/officeDocument/2006/relationships/slide" Target="/ppt/slides/slide5.xml" Id="Rc9aaac77e8ba4d88" /><Relationship Type="http://schemas.openxmlformats.org/officeDocument/2006/relationships/slide" Target="/ppt/slides/slide6.xml" Id="Rbfa6cf310cac4ea2" /><Relationship Type="http://schemas.openxmlformats.org/officeDocument/2006/relationships/slide" Target="/ppt/slides/slide7.xml" Id="R26fad56508cc410d" /><Relationship Type="http://schemas.openxmlformats.org/officeDocument/2006/relationships/slide" Target="/ppt/slides/slide8.xml" Id="R4a0a1bf2741847b4" /><Relationship Type="http://schemas.openxmlformats.org/officeDocument/2006/relationships/slide" Target="/ppt/slides/slide9.xml" Id="R7427d0e15af44224" /><Relationship Type="http://schemas.openxmlformats.org/officeDocument/2006/relationships/slide" Target="/ppt/slides/slide10.xml" Id="Rc46d55a48de540c0" /><Relationship Type="http://schemas.openxmlformats.org/officeDocument/2006/relationships/slide" Target="/ppt/slides/slide11.xml" Id="Rfc1b750740ed4bb4" /><Relationship Type="http://schemas.openxmlformats.org/officeDocument/2006/relationships/slide" Target="/ppt/slides/slide12.xml" Id="R0da5d2f13b0d44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e10080159bba4d6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9eb773f8318415a" /><Relationship Type="http://schemas.openxmlformats.org/officeDocument/2006/relationships/notesMaster" Target="/ppt/notesMasters/notesMaster1.xml" Id="R0610fad155a54ce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cefda10c63f4614" /><Relationship Type="http://schemas.openxmlformats.org/officeDocument/2006/relationships/notesMaster" Target="/ppt/notesMasters/notesMaster1.xml" Id="R381014766d534cd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f3716e4fdf1400e" /><Relationship Type="http://schemas.openxmlformats.org/officeDocument/2006/relationships/notesMaster" Target="/ppt/notesMasters/notesMaster1.xml" Id="R5aa720e38e4c435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2de859dc6af4085" /><Relationship Type="http://schemas.openxmlformats.org/officeDocument/2006/relationships/notesMaster" Target="/ppt/notesMasters/notesMaster1.xml" Id="R7b5101cb7cd6447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2b2036b2a844159" /><Relationship Type="http://schemas.openxmlformats.org/officeDocument/2006/relationships/notesMaster" Target="/ppt/notesMasters/notesMaster1.xml" Id="R7995838957714c8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4e3678df4eb47ed" /><Relationship Type="http://schemas.openxmlformats.org/officeDocument/2006/relationships/notesMaster" Target="/ppt/notesMasters/notesMaster1.xml" Id="R972e668f2fa745c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5470c69066e4502" /><Relationship Type="http://schemas.openxmlformats.org/officeDocument/2006/relationships/notesMaster" Target="/ppt/notesMasters/notesMaster1.xml" Id="R3e1619630ffd4eb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a2c691b3c6d4ed7" /><Relationship Type="http://schemas.openxmlformats.org/officeDocument/2006/relationships/notesMaster" Target="/ppt/notesMasters/notesMaster1.xml" Id="R4f2ce4f25b06442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eb420638b50459a" /><Relationship Type="http://schemas.openxmlformats.org/officeDocument/2006/relationships/notesMaster" Target="/ppt/notesMasters/notesMaster1.xml" Id="R40f62dc5891449c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92593f427594803" /><Relationship Type="http://schemas.openxmlformats.org/officeDocument/2006/relationships/notesMaster" Target="/ppt/notesMasters/notesMaster1.xml" Id="R246fb515c9ee4d4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55c1769dfb44cea" /><Relationship Type="http://schemas.openxmlformats.org/officeDocument/2006/relationships/notesMaster" Target="/ppt/notesMasters/notesMaster1.xml" Id="R15c9f71781bc441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f798bfc70494e86" /><Relationship Type="http://schemas.openxmlformats.org/officeDocument/2006/relationships/notesMaster" Target="/ppt/notesMasters/notesMaster1.xml" Id="R423503e371df4e0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92bd6d44a048de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5a88e1428b4844a8" /><Relationship Type="http://schemas.openxmlformats.org/officeDocument/2006/relationships/slideLayout" Target="/ppt/slideLayouts/slideLayout2.xml" Id="Rcdef4d4b3fb44a6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def4d4b3fb44a6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ca9834a31842e0" /><Relationship Type="http://schemas.openxmlformats.org/officeDocument/2006/relationships/notesSlide" Target="/ppt/notesSlides/notesSlide1.xml" Id="R873fc4e717294c8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d7ef60be464c01" /><Relationship Type="http://schemas.openxmlformats.org/officeDocument/2006/relationships/notesSlide" Target="/ppt/notesSlides/notesSlide2.xml" Id="R28c05ac8295b44c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7ab8835ba4412d" /><Relationship Type="http://schemas.openxmlformats.org/officeDocument/2006/relationships/notesSlide" Target="/ppt/notesSlides/notesSlide3.xml" Id="R2e6cf437cb7e4bf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54ef9a328b44c6" /><Relationship Type="http://schemas.openxmlformats.org/officeDocument/2006/relationships/notesSlide" Target="/ppt/notesSlides/notesSlide4.xml" Id="R2c48f3ed75ac4cb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ce33763379485a" /><Relationship Type="http://schemas.openxmlformats.org/officeDocument/2006/relationships/notesSlide" Target="/ppt/notesSlides/notesSlide5.xml" Id="Rcb1b83faf50d41f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f39d7b151c452e" /><Relationship Type="http://schemas.openxmlformats.org/officeDocument/2006/relationships/notesSlide" Target="/ppt/notesSlides/notesSlide6.xml" Id="Rbaef599d678c4dd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4139733fd343da" /><Relationship Type="http://schemas.openxmlformats.org/officeDocument/2006/relationships/notesSlide" Target="/ppt/notesSlides/notesSlide7.xml" Id="R581e3097c923403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5fd52f8a5746ff" /><Relationship Type="http://schemas.openxmlformats.org/officeDocument/2006/relationships/notesSlide" Target="/ppt/notesSlides/notesSlide8.xml" Id="Rac4b881b20964d0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1238bb2da0a4eb3" /><Relationship Type="http://schemas.openxmlformats.org/officeDocument/2006/relationships/notesSlide" Target="/ppt/notesSlides/notesSlide9.xml" Id="R5310da89e1f44b6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0391ef2c384721" /><Relationship Type="http://schemas.openxmlformats.org/officeDocument/2006/relationships/notesSlide" Target="/ppt/notesSlides/notesSlide10.xml" Id="Ra5b6e27310274c3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3b2b586ed04da6" /><Relationship Type="http://schemas.openxmlformats.org/officeDocument/2006/relationships/notesSlide" Target="/ppt/notesSlides/notesSlide11.xml" Id="R8f797c78302e495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e989e53bf144e6" /><Relationship Type="http://schemas.openxmlformats.org/officeDocument/2006/relationships/notesSlide" Target="/ppt/notesSlides/notesSlide12.xml" Id="Red322d2d2c4946c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C0CB7A-3A16-4FD3-B3AE-6AE014713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FF6EC7"/>
              </a:gs>
              <a:gs pos="34000">
                <a:srgbClr val="7B61FF"/>
              </a:gs>
              <a:gs pos="68000">
                <a:srgbClr val="00D4FF"/>
              </a:gs>
              <a:gs pos="100000">
                <a:srgbClr val="FFB347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1B97C8-45C7-4F55-8505-D4E035198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40A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page-marker">
            <a:extLst xmlns:a="http://schemas.openxmlformats.org/drawingml/2006/main">
              <a:ext uri="{FF2B5EF4-FFF2-40B4-BE49-F238E27FC236}">
                <a16:creationId xmlns:a16="http://schemas.microsoft.com/office/drawing/2014/main" id="{98A45449-AF47-4CE0-9599-B64B4A40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293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7136CE-6457-442A-BCB7-0D067C69D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LECTURE 02 / GITHUB PR CONTROL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02F19E-5E0A-4585-85B3-19A48BB49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8096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Agent 시대의 안전장치는 PR이다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795741-F838-4CFD-BDA9-25B459124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14650"/>
            <a:ext cx="628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AI agent가 만든 변경은 GitHub PR에서 증거로 검증한다.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E5DBA9-F938-4C0A-9AC5-0EE5AF416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86150"/>
            <a:ext cx="3714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958F21-9041-43ED-AD23-0FA94E4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657600"/>
            <a:ext cx="3333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오늘의 판단 언어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9E89EA-80B3-469B-805B-97C453B3B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095750"/>
            <a:ext cx="3333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Files changed</a:t>
            </a:r>
          </a:p>
          <a:p xmlns:a="http://schemas.openxmlformats.org/drawingml/2006/main">
            <a:pPr algn="l">
              <a:defRPr sz="13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Diff</a:t>
            </a:r>
          </a:p>
          <a:p xmlns:a="http://schemas.openxmlformats.org/drawingml/2006/main">
            <a:pPr algn="l">
              <a:defRPr sz="13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Checks</a:t>
            </a:r>
          </a:p>
          <a:p xmlns:a="http://schemas.openxmlformats.org/drawingml/2006/main">
            <a:pPr algn="l">
              <a:defRPr sz="13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Merge / Request changes / Hold</a:t>
            </a:r>
          </a:p>
        </p:txBody>
      </p:sp>
      <p:sp>
        <p:nvSpPr>
          <p:cNvPr id="10" name="footer-note">
            <a:extLst xmlns:a="http://schemas.openxmlformats.org/drawingml/2006/main">
              <a:ext uri="{FF2B5EF4-FFF2-40B4-BE49-F238E27FC236}">
                <a16:creationId xmlns:a16="http://schemas.microsoft.com/office/drawing/2014/main" id="{A3F76FB8-1D2C-45D5-8B0C-D9EB8B498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293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AI Agent Workshop · Lecture 02</a:t>
            </a:r>
          </a:p>
        </p:txBody>
      </p:sp>
    </p:spTree>
    <p:extLst>
      <p:ext uri="{BB962C8B-B14F-4D97-AF65-F5344CB8AC3E}">
        <p14:creationId xmlns:p14="http://schemas.microsoft.com/office/powerpoint/2010/main" val="99260775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6AC39E-4990-49D8-954F-F69A70D2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FF6EC7"/>
              </a:gs>
              <a:gs pos="34000">
                <a:srgbClr val="7B61FF"/>
              </a:gs>
              <a:gs pos="68000">
                <a:srgbClr val="00D4FF"/>
              </a:gs>
              <a:gs pos="100000">
                <a:srgbClr val="FFB347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A1A6F0-B4E5-4EA2-B4B7-4C196ECD7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40A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D3DF00E2-F4E1-40DF-BDCD-B26588FC0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4F395F13-CE1B-4914-A8BF-82934835E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WHY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9D8CAE-12D3-4BAF-AEBD-3B6274BF0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85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claim-title">
            <a:extLst xmlns:a="http://schemas.openxmlformats.org/drawingml/2006/main">
              <a:ext uri="{FF2B5EF4-FFF2-40B4-BE49-F238E27FC236}">
                <a16:creationId xmlns:a16="http://schemas.microsoft.com/office/drawing/2014/main" id="{75092A66-1501-4A61-944F-80A029982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5619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코드를 빨리 바꾸는 것보다 검증 기준이 중요하다</a:t>
            </a:r>
          </a:p>
        </p:txBody>
      </p:sp>
      <p:sp>
        <p:nvSpPr>
          <p:cNvPr id="7" name="support-note">
            <a:extLst xmlns:a="http://schemas.openxmlformats.org/drawingml/2006/main">
              <a:ext uri="{FF2B5EF4-FFF2-40B4-BE49-F238E27FC236}">
                <a16:creationId xmlns:a16="http://schemas.microsoft.com/office/drawing/2014/main" id="{66635EF2-E6D8-4FC2-A282-A2459FF20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542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DEAF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EDEAFB"/>
                </a:solidFill>
                <a:latin typeface="Arial"/>
                <a:ea typeface="Arial"/>
                <a:cs typeface="Arial"/>
              </a:rPr>
              <a:t>속도는 agent가 만든다. merge 여부는 사람이 기준으로 결정한다.</a:t>
            </a:r>
          </a:p>
        </p:txBody>
      </p:sp>
      <p:sp>
        <p:nvSpPr>
          <p:cNvPr id="8" name="page-marker">
            <a:extLst xmlns:a="http://schemas.openxmlformats.org/drawingml/2006/main">
              <a:ext uri="{FF2B5EF4-FFF2-40B4-BE49-F238E27FC236}">
                <a16:creationId xmlns:a16="http://schemas.microsoft.com/office/drawing/2014/main" id="{5FB3D92E-9219-49E8-A9BC-CBA00A7C4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293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D51524-4E32-4F2F-B40A-B096D2F7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876300"/>
            <a:ext cx="2381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432514-3722-4426-A729-C4E92BF2A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04775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Agent speed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C5D92D-AEE5-411B-ADFB-9A0650F32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485900"/>
            <a:ext cx="20002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변경 생성</a:t>
            </a:r>
          </a:p>
          <a:p xmlns:a="http://schemas.openxmlformats.org/drawingml/2006/main">
            <a:pPr algn="l">
              <a:defRPr sz="1875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설명 생성</a:t>
            </a:r>
          </a:p>
          <a:p xmlns:a="http://schemas.openxmlformats.org/drawingml/2006/main">
            <a:pPr algn="l">
              <a:defRPr sz="1875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빠른 반복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394751-DC29-403F-A3E2-D5339903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876300"/>
            <a:ext cx="2381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DC988A-0655-44D1-9948-57DC1C3F0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04775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Human gate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97153F-CB3B-40D3-9482-80715F06B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485900"/>
            <a:ext cx="20002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범위 확인</a:t>
            </a:r>
          </a:p>
          <a:p xmlns:a="http://schemas.openxmlformats.org/drawingml/2006/main">
            <a:pPr algn="l">
              <a:defRPr sz="1875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위험 분류</a:t>
            </a:r>
          </a:p>
          <a:p xmlns:a="http://schemas.openxmlformats.org/drawingml/2006/main">
            <a:pPr algn="l">
              <a:defRPr sz="1875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merge 결정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B3DA33-1A80-41DC-8E32-1D13AAFD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24300"/>
            <a:ext cx="4762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기준 &gt; 속도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0F3ABC-ABBF-456C-B28C-8C49E341B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762500"/>
            <a:ext cx="438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 검토 기준이 없으면 agent의 속도는 그대로 위험이 된다.</a:t>
            </a:r>
          </a:p>
        </p:txBody>
      </p:sp>
      <p:sp>
        <p:nvSpPr>
          <p:cNvPr id="17" name="footer-note">
            <a:extLst xmlns:a="http://schemas.openxmlformats.org/drawingml/2006/main">
              <a:ext uri="{FF2B5EF4-FFF2-40B4-BE49-F238E27FC236}">
                <a16:creationId xmlns:a16="http://schemas.microsoft.com/office/drawing/2014/main" id="{DC76C640-F0D3-480E-BC46-4B41BA808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293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AI Agent Workshop · Lecture 02</a:t>
            </a:r>
          </a:p>
        </p:txBody>
      </p:sp>
    </p:spTree>
    <p:extLst>
      <p:ext uri="{BB962C8B-B14F-4D97-AF65-F5344CB8AC3E}">
        <p14:creationId xmlns:p14="http://schemas.microsoft.com/office/powerpoint/2010/main" val="29991527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1C700B-CF80-4873-B33A-020C5BB40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FF6EC7"/>
              </a:gs>
              <a:gs pos="34000">
                <a:srgbClr val="7B61FF"/>
              </a:gs>
              <a:gs pos="68000">
                <a:srgbClr val="00D4FF"/>
              </a:gs>
              <a:gs pos="100000">
                <a:srgbClr val="FFB347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622FC0-615D-47A2-9E41-FAE1AC48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40A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7920F73A-F562-4275-A8C2-0E9485857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4C1610D8-2ED0-4AEE-B6BD-C188FCFEB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MENTAL MODEL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254A11-A4B3-4366-AB43-9C6B3D1E3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85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claim-title">
            <a:extLst xmlns:a="http://schemas.openxmlformats.org/drawingml/2006/main">
              <a:ext uri="{FF2B5EF4-FFF2-40B4-BE49-F238E27FC236}">
                <a16:creationId xmlns:a16="http://schemas.microsoft.com/office/drawing/2014/main" id="{3AF66D6F-332C-46A5-9C31-1D450D773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5619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GitHub는 작업대장이자 검문소다</a:t>
            </a:r>
          </a:p>
        </p:txBody>
      </p:sp>
      <p:sp>
        <p:nvSpPr>
          <p:cNvPr id="7" name="support-note">
            <a:extLst xmlns:a="http://schemas.openxmlformats.org/drawingml/2006/main">
              <a:ext uri="{FF2B5EF4-FFF2-40B4-BE49-F238E27FC236}">
                <a16:creationId xmlns:a16="http://schemas.microsoft.com/office/drawing/2014/main" id="{0652A76A-6D47-4C57-81AC-81C604D4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542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DEAF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EDEAFB"/>
                </a:solidFill>
                <a:latin typeface="Arial"/>
                <a:ea typeface="Arial"/>
                <a:cs typeface="Arial"/>
              </a:rPr>
              <a:t>Issue가 일을 정의하고, PR이 합칠 수 있는지 검사한다.</a:t>
            </a:r>
          </a:p>
        </p:txBody>
      </p:sp>
      <p:sp>
        <p:nvSpPr>
          <p:cNvPr id="8" name="page-marker">
            <a:extLst xmlns:a="http://schemas.openxmlformats.org/drawingml/2006/main">
              <a:ext uri="{FF2B5EF4-FFF2-40B4-BE49-F238E27FC236}">
                <a16:creationId xmlns:a16="http://schemas.microsoft.com/office/drawing/2014/main" id="{2EE6D303-4CBB-47D4-9DF8-443CE2E24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293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CCA73D-C96B-4896-80E4-1F44F3003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952750"/>
            <a:ext cx="1200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4C3C73-437E-4FA0-8D20-C8BC13CFD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124200"/>
            <a:ext cx="819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Issue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74C3F8-6781-4E78-84F0-261BE4614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562350"/>
            <a:ext cx="819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요청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D80474-F8F9-4DFF-A828-23582CCB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48615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E40CE7-9F42-4F81-8EED-33876E5A2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467100"/>
            <a:ext cx="1200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AAF700-4FCE-4EAF-B89B-49F17D3D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638550"/>
            <a:ext cx="819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Branch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7BBC23-3FD3-4B69-BE7D-265F273DA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076700"/>
            <a:ext cx="819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작업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5BF157-0A65-446B-A942-AC99FC713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00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943DA2-F289-41F0-8A38-6D257B002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952750"/>
            <a:ext cx="1200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51B1D1-CA5B-4210-BA72-DF784E83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24200"/>
            <a:ext cx="819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3BCDFA-D55C-47F3-8031-450D4BF02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562350"/>
            <a:ext cx="819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검문소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3BE5FC-4327-4C47-A9D2-89BD45DB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48615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7C6641-BCFA-4039-A912-6AB69084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467100"/>
            <a:ext cx="1200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253A4C-DCD8-4E42-A0E8-3E7CFD5C9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638550"/>
            <a:ext cx="819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E79B23-4433-4CFE-AEBB-DBD20854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076700"/>
            <a:ext cx="819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판단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1D6B9A-626F-4F38-995F-154EB4085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4000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BD2DED-B4FA-4B3F-85DD-06AC47C7D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952750"/>
            <a:ext cx="1200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D059B1-1A79-4217-873D-394422BE2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124200"/>
            <a:ext cx="819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136989-5563-42F2-8E6B-3B7A0A15F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562350"/>
            <a:ext cx="819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결과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D3A65B-B3A4-40FF-A323-F6B5CB5B8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123950"/>
            <a:ext cx="4000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5F43AC6-2AF5-4D1C-833E-B86B536A3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295400"/>
            <a:ext cx="361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 = 검문소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AD0B5F-B374-4B44-8557-D4EFEF0EB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733550"/>
            <a:ext cx="3619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설명보다 Files changed, Diff, Checks가 기준이다.</a:t>
            </a:r>
          </a:p>
        </p:txBody>
      </p:sp>
      <p:sp>
        <p:nvSpPr>
          <p:cNvPr id="31" name="footer-note">
            <a:extLst xmlns:a="http://schemas.openxmlformats.org/drawingml/2006/main">
              <a:ext uri="{FF2B5EF4-FFF2-40B4-BE49-F238E27FC236}">
                <a16:creationId xmlns:a16="http://schemas.microsoft.com/office/drawing/2014/main" id="{01E198EE-96F9-484D-A510-1E128EDE0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293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AI Agent Workshop · Lecture 02</a:t>
            </a:r>
          </a:p>
        </p:txBody>
      </p:sp>
    </p:spTree>
    <p:extLst>
      <p:ext uri="{BB962C8B-B14F-4D97-AF65-F5344CB8AC3E}">
        <p14:creationId xmlns:p14="http://schemas.microsoft.com/office/powerpoint/2010/main" val="145644901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0204EA-B4BE-4C58-9D91-C7C6EFD80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FF6EC7"/>
              </a:gs>
              <a:gs pos="34000">
                <a:srgbClr val="7B61FF"/>
              </a:gs>
              <a:gs pos="68000">
                <a:srgbClr val="00D4FF"/>
              </a:gs>
              <a:gs pos="100000">
                <a:srgbClr val="FFB347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2F0D15-03BD-4BEF-853C-2777109AF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40A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17771DEE-311C-4720-B88F-2EF487986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0A609D1A-8429-4948-A949-C9084171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VOCABULARY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09D872-2275-4E19-8ED0-6667AC23B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85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claim-title">
            <a:extLst xmlns:a="http://schemas.openxmlformats.org/drawingml/2006/main">
              <a:ext uri="{FF2B5EF4-FFF2-40B4-BE49-F238E27FC236}">
                <a16:creationId xmlns:a16="http://schemas.microsoft.com/office/drawing/2014/main" id="{467BAF0F-9AFF-4AC7-9C06-751DE51CF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5619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commit, branch, PR, merge, CI를 한 문장으로 이해한다</a:t>
            </a:r>
          </a:p>
        </p:txBody>
      </p:sp>
      <p:sp>
        <p:nvSpPr>
          <p:cNvPr id="7" name="support-note">
            <a:extLst xmlns:a="http://schemas.openxmlformats.org/drawingml/2006/main">
              <a:ext uri="{FF2B5EF4-FFF2-40B4-BE49-F238E27FC236}">
                <a16:creationId xmlns:a16="http://schemas.microsoft.com/office/drawing/2014/main" id="{5ADDBC93-EA23-48EB-9C7C-6B3A3DA85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542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DEAF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EDEAFB"/>
                </a:solidFill>
                <a:latin typeface="Arial"/>
                <a:ea typeface="Arial"/>
                <a:cs typeface="Arial"/>
              </a:rPr>
              <a:t>용어 암기가 아니라 PR 화면에서 판단할 최소 언어를 만든다.</a:t>
            </a:r>
          </a:p>
        </p:txBody>
      </p:sp>
      <p:sp>
        <p:nvSpPr>
          <p:cNvPr id="8" name="page-marker">
            <a:extLst xmlns:a="http://schemas.openxmlformats.org/drawingml/2006/main">
              <a:ext uri="{FF2B5EF4-FFF2-40B4-BE49-F238E27FC236}">
                <a16:creationId xmlns:a16="http://schemas.microsoft.com/office/drawing/2014/main" id="{D69ADE74-E8FA-4B2C-8B53-98026B01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293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04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CC1434-B74F-41F1-B0EC-DC6F516A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819150"/>
            <a:ext cx="50292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110B9E-A8EF-402F-87F1-35C41A98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990600"/>
            <a:ext cx="4648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최소 용어 5개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25F10D-21F3-47A6-B731-50E27C8FD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428750"/>
            <a:ext cx="46482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commit = 저장된 변경 스냅샷</a:t>
            </a:r>
          </a:p>
          <a:p xmlns:a="http://schemas.openxmlformats.org/drawingml/2006/main">
            <a:pPr algn="l">
              <a:defRPr sz="16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branch = main과 분리된 작업 줄기</a:t>
            </a:r>
          </a:p>
          <a:p xmlns:a="http://schemas.openxmlformats.org/drawingml/2006/main">
            <a:pPr algn="l">
              <a:defRPr sz="16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PR = 검토하는 제안서</a:t>
            </a:r>
          </a:p>
          <a:p xmlns:a="http://schemas.openxmlformats.org/drawingml/2006/main">
            <a:pPr algn="l">
              <a:defRPr sz="16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merge = main에 합치는 행동</a:t>
            </a:r>
          </a:p>
          <a:p xmlns:a="http://schemas.openxmlformats.org/drawingml/2006/main">
            <a:pPr algn="l">
              <a:defRPr sz="16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CI = 자동 기계 검사</a:t>
            </a:r>
          </a:p>
        </p:txBody>
      </p:sp>
      <p:sp>
        <p:nvSpPr>
          <p:cNvPr id="12" name="footer-note">
            <a:extLst xmlns:a="http://schemas.openxmlformats.org/drawingml/2006/main">
              <a:ext uri="{FF2B5EF4-FFF2-40B4-BE49-F238E27FC236}">
                <a16:creationId xmlns:a16="http://schemas.microsoft.com/office/drawing/2014/main" id="{97711EFB-5D3D-4F29-9049-163A9E84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293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AI Agent Workshop · Lecture 02</a:t>
            </a:r>
          </a:p>
        </p:txBody>
      </p:sp>
    </p:spTree>
    <p:extLst>
      <p:ext uri="{BB962C8B-B14F-4D97-AF65-F5344CB8AC3E}">
        <p14:creationId xmlns:p14="http://schemas.microsoft.com/office/powerpoint/2010/main" val="12883661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DAB2729-E1BD-481D-8754-CE22FE417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FF6EC7"/>
              </a:gs>
              <a:gs pos="34000">
                <a:srgbClr val="7B61FF"/>
              </a:gs>
              <a:gs pos="68000">
                <a:srgbClr val="00D4FF"/>
              </a:gs>
              <a:gs pos="100000">
                <a:srgbClr val="FFB347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64FCB2-9309-4F64-BEC3-9CD7F6743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40A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1AAD5979-5634-43D8-878B-B2825410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A5770A44-5F80-4901-83B2-AE9933261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WORKFLOW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A1EB26-AEA4-41A5-8FF2-DA3383CB7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85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claim-title">
            <a:extLst xmlns:a="http://schemas.openxmlformats.org/drawingml/2006/main">
              <a:ext uri="{FF2B5EF4-FFF2-40B4-BE49-F238E27FC236}">
                <a16:creationId xmlns:a16="http://schemas.microsoft.com/office/drawing/2014/main" id="{5B013412-446F-491E-A577-C46833706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5619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issue에서 PR 검토까지의 전체 흐름</a:t>
            </a:r>
          </a:p>
        </p:txBody>
      </p:sp>
      <p:sp>
        <p:nvSpPr>
          <p:cNvPr id="7" name="support-note">
            <a:extLst xmlns:a="http://schemas.openxmlformats.org/drawingml/2006/main">
              <a:ext uri="{FF2B5EF4-FFF2-40B4-BE49-F238E27FC236}">
                <a16:creationId xmlns:a16="http://schemas.microsoft.com/office/drawing/2014/main" id="{2C12ABE0-692F-4B9F-9902-34AEC4ADA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542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DEAF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EDEAFB"/>
                </a:solidFill>
                <a:latin typeface="Arial"/>
                <a:ea typeface="Arial"/>
                <a:cs typeface="Arial"/>
              </a:rPr>
              <a:t>요청, 변경, 검증, 판단이 한 줄로 연결되어야 한다.</a:t>
            </a:r>
          </a:p>
        </p:txBody>
      </p:sp>
      <p:sp>
        <p:nvSpPr>
          <p:cNvPr id="8" name="page-marker">
            <a:extLst xmlns:a="http://schemas.openxmlformats.org/drawingml/2006/main">
              <a:ext uri="{FF2B5EF4-FFF2-40B4-BE49-F238E27FC236}">
                <a16:creationId xmlns:a16="http://schemas.microsoft.com/office/drawing/2014/main" id="{68E5A7E2-7E86-45CD-8933-0817E002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293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05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DDA2E2-ADC3-4AAC-B83A-C415AF915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57500"/>
            <a:ext cx="971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31CA36-D0FB-4E4F-828A-9D7277DEE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28950"/>
            <a:ext cx="590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Issue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046E40-742B-48A2-8653-352192AC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67100"/>
            <a:ext cx="5905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290438-A865-454C-BA0A-09910E07F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457575"/>
            <a:ext cx="323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7182D3-20CE-4FFA-81B5-1F12851C2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857500"/>
            <a:ext cx="971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7B7A9F-CB4A-40C6-A2CB-ED65C83E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028950"/>
            <a:ext cx="590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0E3379-B650-461B-9EF3-398DF3FF1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467100"/>
            <a:ext cx="5905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2530C4-7F2B-49A3-8341-CCE5A260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57575"/>
            <a:ext cx="323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992389-2BEF-4482-ACAF-CB936161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857500"/>
            <a:ext cx="971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B640CA-F4A9-4666-82B8-2A0286252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028950"/>
            <a:ext cx="590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A2C4D2-E1BE-48DD-9D53-A276830E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467100"/>
            <a:ext cx="5905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B7C05D-3CC7-46D5-A667-81A0E9FC8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457575"/>
            <a:ext cx="323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C9D236-AD35-49A9-AE21-F54E71F38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57500"/>
            <a:ext cx="971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3F07F1-1F37-45D6-8B8E-D745FB42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028950"/>
            <a:ext cx="590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259220-00B4-4A3F-B641-2A3C92C08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467100"/>
            <a:ext cx="5905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E5288C-6A1B-44B2-AA51-9E4F5232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457575"/>
            <a:ext cx="323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D96F7A-901B-4CF2-AFBC-779E2FF90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857500"/>
            <a:ext cx="971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0B0604-8953-41E0-B9C2-CBC1D188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028950"/>
            <a:ext cx="590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판단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FEA95E-754C-4267-B584-F2A2DE896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467100"/>
            <a:ext cx="5905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8B4A5F-4CBC-44C2-8EDB-A4B8AA151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72000"/>
            <a:ext cx="4286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8D7BE2-EDE4-488D-B842-9FCEEB52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743450"/>
            <a:ext cx="3905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흐름의 조건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26FA7C-4F7D-4748-A5FB-1C81D8A5F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181600"/>
            <a:ext cx="390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요청, 변경, 검증, 판단이 한 줄로 연결되어야 한다.</a:t>
            </a:r>
          </a:p>
        </p:txBody>
      </p:sp>
      <p:sp>
        <p:nvSpPr>
          <p:cNvPr id="31" name="footer-note">
            <a:extLst xmlns:a="http://schemas.openxmlformats.org/drawingml/2006/main">
              <a:ext uri="{FF2B5EF4-FFF2-40B4-BE49-F238E27FC236}">
                <a16:creationId xmlns:a16="http://schemas.microsoft.com/office/drawing/2014/main" id="{5A2A2F9E-AECD-4C2B-8BD9-31B3E12E4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293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AI Agent Workshop · Lecture 02</a:t>
            </a:r>
          </a:p>
        </p:txBody>
      </p:sp>
    </p:spTree>
    <p:extLst>
      <p:ext uri="{BB962C8B-B14F-4D97-AF65-F5344CB8AC3E}">
        <p14:creationId xmlns:p14="http://schemas.microsoft.com/office/powerpoint/2010/main" val="136323957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4D5D3B-3488-4882-B11D-BFA2000C7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FF6EC7"/>
              </a:gs>
              <a:gs pos="34000">
                <a:srgbClr val="7B61FF"/>
              </a:gs>
              <a:gs pos="68000">
                <a:srgbClr val="00D4FF"/>
              </a:gs>
              <a:gs pos="100000">
                <a:srgbClr val="FFB347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289B47-0491-4442-A683-E6C446A14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40A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D4B8C756-1855-4312-9E9F-B3960D734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E342EEC4-17C0-4EE3-8D8F-4D78CACA8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READ ORDER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14475A-ADB4-44E8-9268-B6CDF5823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85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claim-title">
            <a:extLst xmlns:a="http://schemas.openxmlformats.org/drawingml/2006/main">
              <a:ext uri="{FF2B5EF4-FFF2-40B4-BE49-F238E27FC236}">
                <a16:creationId xmlns:a16="http://schemas.microsoft.com/office/drawing/2014/main" id="{3C133AEE-79CF-4607-A8E3-5D99FD95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5619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Files changed -&gt; Diff -&gt; Checks 순서로 본다</a:t>
            </a:r>
          </a:p>
        </p:txBody>
      </p:sp>
      <p:sp>
        <p:nvSpPr>
          <p:cNvPr id="7" name="support-note">
            <a:extLst xmlns:a="http://schemas.openxmlformats.org/drawingml/2006/main">
              <a:ext uri="{FF2B5EF4-FFF2-40B4-BE49-F238E27FC236}">
                <a16:creationId xmlns:a16="http://schemas.microsoft.com/office/drawing/2014/main" id="{FF611EA0-87CC-4AE9-9D1C-6DF3ED0A2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542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DEAF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EDEAFB"/>
                </a:solidFill>
                <a:latin typeface="Arial"/>
                <a:ea typeface="Arial"/>
                <a:cs typeface="Arial"/>
              </a:rPr>
              <a:t>agent 설명보다 실제 변경 파일과 diff, CI 결과를 먼저 본다.</a:t>
            </a:r>
          </a:p>
        </p:txBody>
      </p:sp>
      <p:sp>
        <p:nvSpPr>
          <p:cNvPr id="8" name="page-marker">
            <a:extLst xmlns:a="http://schemas.openxmlformats.org/drawingml/2006/main">
              <a:ext uri="{FF2B5EF4-FFF2-40B4-BE49-F238E27FC236}">
                <a16:creationId xmlns:a16="http://schemas.microsoft.com/office/drawing/2014/main" id="{33224D05-208E-4CF0-9A5E-F878A4FED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293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06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73F764-3E07-4639-9951-1C5811DD3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819150"/>
            <a:ext cx="1524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01E14E-E7BE-4EDB-AAFF-71D246608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990600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 Files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3A22C6-F46A-4C6F-A10B-FF0AC8B48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28750"/>
            <a:ext cx="11430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변경 파일 수</a:t>
            </a:r>
          </a:p>
          <a:p xmlns:a="http://schemas.openxmlformats.org/drawingml/2006/main">
            <a:pPr algn="l">
              <a:defRPr sz="13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관련 없는 파일</a:t>
            </a:r>
          </a:p>
          <a:p xmlns:a="http://schemas.openxmlformats.org/drawingml/2006/main">
            <a:pPr algn="l">
              <a:defRPr sz="13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설정 삭제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691893-E6B0-49A7-B345-4BA3C286B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295400"/>
            <a:ext cx="15240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959928-2807-4A18-9AFC-CCC8BCFC6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466850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 Diff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E553BC-B45D-467A-9062-14A6CAFAF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905000"/>
            <a:ext cx="1143000" cy="2838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설명과 일치</a:t>
            </a:r>
          </a:p>
          <a:p xmlns:a="http://schemas.openxmlformats.org/drawingml/2006/main">
            <a:pPr algn="l">
              <a:defRPr sz="13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삭제된 기능</a:t>
            </a:r>
          </a:p>
          <a:p xmlns:a="http://schemas.openxmlformats.org/drawingml/2006/main">
            <a:pPr algn="l">
              <a:defRPr sz="13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큰 diff 분리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AA45B2-5FB4-43C3-AA77-1D049C1A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771650"/>
            <a:ext cx="1524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262E24-F02B-4E4A-AAB6-DB39EDB10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943100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 Checks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B47E72-6A3A-4F54-9011-B20F3C218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381250"/>
            <a:ext cx="114300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CI 결과</a:t>
            </a:r>
          </a:p>
          <a:p xmlns:a="http://schemas.openxmlformats.org/drawingml/2006/main">
            <a:pPr algn="l">
              <a:defRPr sz="13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실패 로그</a:t>
            </a:r>
          </a:p>
          <a:p xmlns:a="http://schemas.openxmlformats.org/drawingml/2006/main">
            <a:pPr algn="l">
              <a:defRPr sz="13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merge 중단</a:t>
            </a:r>
          </a:p>
        </p:txBody>
      </p:sp>
      <p:sp>
        <p:nvSpPr>
          <p:cNvPr id="18" name="footer-note">
            <a:extLst xmlns:a="http://schemas.openxmlformats.org/drawingml/2006/main">
              <a:ext uri="{FF2B5EF4-FFF2-40B4-BE49-F238E27FC236}">
                <a16:creationId xmlns:a16="http://schemas.microsoft.com/office/drawing/2014/main" id="{DA24EF4D-A7F3-44A7-A6AB-A3A9490CE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293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AI Agent Workshop · Lecture 02</a:t>
            </a:r>
          </a:p>
        </p:txBody>
      </p:sp>
    </p:spTree>
    <p:extLst>
      <p:ext uri="{BB962C8B-B14F-4D97-AF65-F5344CB8AC3E}">
        <p14:creationId xmlns:p14="http://schemas.microsoft.com/office/powerpoint/2010/main" val="1161017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451687A-FF4D-4CE1-B497-47DE90BA1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FF6EC7"/>
              </a:gs>
              <a:gs pos="34000">
                <a:srgbClr val="7B61FF"/>
              </a:gs>
              <a:gs pos="68000">
                <a:srgbClr val="00D4FF"/>
              </a:gs>
              <a:gs pos="100000">
                <a:srgbClr val="FFB347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68B360-07C6-4962-BB92-AB8579DEF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40A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C244A692-BF97-4CE5-A064-D52B1DE0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E18BEC89-22AC-44F7-8A03-8CD176AB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GOOD PR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C1C7D4-CB53-44FC-A90C-A2A63448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85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claim-title">
            <a:extLst xmlns:a="http://schemas.openxmlformats.org/drawingml/2006/main">
              <a:ext uri="{FF2B5EF4-FFF2-40B4-BE49-F238E27FC236}">
                <a16:creationId xmlns:a16="http://schemas.microsoft.com/office/drawing/2014/main" id="{1751ADC6-5703-4A66-A924-F95B70202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5619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merge 가능한 PR은 증거가 단순하다</a:t>
            </a:r>
          </a:p>
        </p:txBody>
      </p:sp>
      <p:sp>
        <p:nvSpPr>
          <p:cNvPr id="7" name="support-note">
            <a:extLst xmlns:a="http://schemas.openxmlformats.org/drawingml/2006/main">
              <a:ext uri="{FF2B5EF4-FFF2-40B4-BE49-F238E27FC236}">
                <a16:creationId xmlns:a16="http://schemas.microsoft.com/office/drawing/2014/main" id="{8C37BD3B-D6CA-4C8F-ADC8-5DFE559DF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542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DEAF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EDEAFB"/>
                </a:solidFill>
                <a:latin typeface="Arial"/>
                <a:ea typeface="Arial"/>
                <a:cs typeface="Arial"/>
              </a:rPr>
              <a:t>작은 요청, 적은 파일, 설명과 diff 일치, CI 통과가 한 화면에 모인다.</a:t>
            </a:r>
          </a:p>
        </p:txBody>
      </p:sp>
      <p:sp>
        <p:nvSpPr>
          <p:cNvPr id="8" name="page-marker">
            <a:extLst xmlns:a="http://schemas.openxmlformats.org/drawingml/2006/main">
              <a:ext uri="{FF2B5EF4-FFF2-40B4-BE49-F238E27FC236}">
                <a16:creationId xmlns:a16="http://schemas.microsoft.com/office/drawing/2014/main" id="{F321FF2B-76C8-4389-905F-00F23605B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293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07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9929D5-4702-48A0-B54E-6E001A107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819150"/>
            <a:ext cx="22669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7BFB2E-064B-476F-B0F4-ACEB5F955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990600"/>
            <a:ext cx="1885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요청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40C231-9140-4824-A9DE-E9D7FB6A7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428750"/>
            <a:ext cx="18859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작은 issue 해결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AE8E48-A8DC-4EDA-B970-1B19A46A4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819150"/>
            <a:ext cx="22669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A942B1-A163-49FD-A319-E6B1DCD0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990600"/>
            <a:ext cx="1885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변경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4AA35C-4F65-45B7-9CCB-3D519E296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428750"/>
            <a:ext cx="18859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README</a:t>
            </a:r>
          </a:p>
          <a:p xmlns:a="http://schemas.openxmlformats.org/drawingml/2006/main">
            <a:pPr algn="l">
              <a:defRPr sz="1725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index.html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3C1CEB-CF60-4FCF-B252-D99FA9EC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14650"/>
            <a:ext cx="22669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A08BDB-56CF-4DB2-9693-E13304AF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86100"/>
            <a:ext cx="1885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증거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9F1FF4-F465-40DE-8B3D-64423141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524250"/>
            <a:ext cx="18859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설명과 diff 일치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5AADAE-4120-4639-9174-46ABFDEF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914650"/>
            <a:ext cx="22669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9C502B-82C8-4950-AA2B-8B56E63D3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086100"/>
            <a:ext cx="1885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BAE62C-9E35-44F6-A607-0F512D85B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524250"/>
            <a:ext cx="18859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통과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2EECBD-00D8-4AD2-A8FB-33B8FD183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219700"/>
            <a:ext cx="457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Decision: Merge</a:t>
            </a:r>
          </a:p>
        </p:txBody>
      </p:sp>
      <p:sp>
        <p:nvSpPr>
          <p:cNvPr id="22" name="footer-note">
            <a:extLst xmlns:a="http://schemas.openxmlformats.org/drawingml/2006/main">
              <a:ext uri="{FF2B5EF4-FFF2-40B4-BE49-F238E27FC236}">
                <a16:creationId xmlns:a16="http://schemas.microsoft.com/office/drawing/2014/main" id="{0FF0F7F5-F0D8-4A25-B9B0-D8CE354D3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293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AI Agent Workshop · Lecture 02</a:t>
            </a:r>
          </a:p>
        </p:txBody>
      </p:sp>
    </p:spTree>
    <p:extLst>
      <p:ext uri="{BB962C8B-B14F-4D97-AF65-F5344CB8AC3E}">
        <p14:creationId xmlns:p14="http://schemas.microsoft.com/office/powerpoint/2010/main" val="169584138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1FB25C-68E6-4741-B2C7-5E00EFA15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FF6EC7"/>
              </a:gs>
              <a:gs pos="34000">
                <a:srgbClr val="7B61FF"/>
              </a:gs>
              <a:gs pos="68000">
                <a:srgbClr val="00D4FF"/>
              </a:gs>
              <a:gs pos="100000">
                <a:srgbClr val="FFB347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65BEE4-A96E-4F45-ADD3-7288986BC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40A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0780376A-B6F2-49B8-8C99-594F2DB35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0633913F-58EC-41D6-B1D6-FBAE97DEC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PROBLEM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27C011-FE55-40FF-B018-F2D4991FD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85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claim-title">
            <a:extLst xmlns:a="http://schemas.openxmlformats.org/drawingml/2006/main">
              <a:ext uri="{FF2B5EF4-FFF2-40B4-BE49-F238E27FC236}">
                <a16:creationId xmlns:a16="http://schemas.microsoft.com/office/drawing/2014/main" id="{EB0DCEDA-8643-463E-8CE3-B4B91489F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5619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작은 요청에 큰 변경이 섞이면 hold한다</a:t>
            </a:r>
          </a:p>
        </p:txBody>
      </p:sp>
      <p:sp>
        <p:nvSpPr>
          <p:cNvPr id="7" name="support-note">
            <a:extLst xmlns:a="http://schemas.openxmlformats.org/drawingml/2006/main">
              <a:ext uri="{FF2B5EF4-FFF2-40B4-BE49-F238E27FC236}">
                <a16:creationId xmlns:a16="http://schemas.microsoft.com/office/drawing/2014/main" id="{19F9D829-3F39-4A45-814C-1B20C420B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542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DEAF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EDEAFB"/>
                </a:solidFill>
                <a:latin typeface="Arial"/>
                <a:ea typeface="Arial"/>
                <a:cs typeface="Arial"/>
              </a:rPr>
              <a:t>unrelated files와 넓은 스타일 변경은 agent 과잉수행 신호다.</a:t>
            </a:r>
          </a:p>
        </p:txBody>
      </p:sp>
      <p:sp>
        <p:nvSpPr>
          <p:cNvPr id="8" name="page-marker">
            <a:extLst xmlns:a="http://schemas.openxmlformats.org/drawingml/2006/main">
              <a:ext uri="{FF2B5EF4-FFF2-40B4-BE49-F238E27FC236}">
                <a16:creationId xmlns:a16="http://schemas.microsoft.com/office/drawing/2014/main" id="{1129E6D9-EE17-4525-9D7D-BEC9D515F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293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08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E5D88C-8BBB-4D90-8C70-5F255B5AE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838200"/>
            <a:ext cx="226695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C99F6C-0A98-4D32-9D70-C5CBE4DFA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009650"/>
            <a:ext cx="1885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Issue request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82B056-B9EF-4372-A12F-E3D6B0187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447800"/>
            <a:ext cx="18859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제목 문구만</a:t>
            </a:r>
          </a:p>
          <a:p xmlns:a="http://schemas.openxmlformats.org/drawingml/2006/main">
            <a:pPr algn="l">
              <a:defRPr sz="1875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더 짧게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1291C7-94C1-4B29-850C-FBE3B9D2A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838200"/>
            <a:ext cx="245745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660688-86E6-4F58-85DA-CEA214619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009650"/>
            <a:ext cx="2076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Actual diff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1B1CE1-02E0-4B37-BA5F-958AA70F9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447800"/>
            <a:ext cx="20764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index.html</a:t>
            </a:r>
          </a:p>
          <a:p xmlns:a="http://schemas.openxmlformats.org/drawingml/2006/main">
            <a:pPr algn="l">
              <a:defRPr sz="150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styles.css</a:t>
            </a:r>
          </a:p>
          <a:p xmlns:a="http://schemas.openxmlformats.org/drawingml/2006/main">
            <a:pPr algn="l">
              <a:defRPr sz="150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README.md</a:t>
            </a:r>
          </a:p>
          <a:p xmlns:a="http://schemas.openxmlformats.org/drawingml/2006/main">
            <a:pPr algn="l">
              <a:defRPr sz="150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agent-extra-notes.md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451093-968E-4152-9AD5-56EF5BED1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991100"/>
            <a:ext cx="457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Decision: Hold</a:t>
            </a:r>
          </a:p>
        </p:txBody>
      </p:sp>
      <p:sp>
        <p:nvSpPr>
          <p:cNvPr id="16" name="footer-note">
            <a:extLst xmlns:a="http://schemas.openxmlformats.org/drawingml/2006/main">
              <a:ext uri="{FF2B5EF4-FFF2-40B4-BE49-F238E27FC236}">
                <a16:creationId xmlns:a16="http://schemas.microsoft.com/office/drawing/2014/main" id="{100B2D04-7C71-4E78-A450-FC5E1A55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293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AI Agent Workshop · Lecture 02</a:t>
            </a:r>
          </a:p>
        </p:txBody>
      </p:sp>
    </p:spTree>
    <p:extLst>
      <p:ext uri="{BB962C8B-B14F-4D97-AF65-F5344CB8AC3E}">
        <p14:creationId xmlns:p14="http://schemas.microsoft.com/office/powerpoint/2010/main" val="130418209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7496E5-61B0-438A-BB9E-B4D930FD2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FF6EC7"/>
              </a:gs>
              <a:gs pos="34000">
                <a:srgbClr val="7B61FF"/>
              </a:gs>
              <a:gs pos="68000">
                <a:srgbClr val="00D4FF"/>
              </a:gs>
              <a:gs pos="100000">
                <a:srgbClr val="FFB347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71CED9-9133-4438-869E-ADA6C7485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40A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8FD361EB-B650-416B-98D6-C6B2FC66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EA2BC7F5-72C3-4A7C-BED9-72DCA7745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PROBLEM 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7E25A3-5BC3-4FFC-8C38-2C1A97E10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85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claim-title">
            <a:extLst xmlns:a="http://schemas.openxmlformats.org/drawingml/2006/main">
              <a:ext uri="{FF2B5EF4-FFF2-40B4-BE49-F238E27FC236}">
                <a16:creationId xmlns:a16="http://schemas.microsoft.com/office/drawing/2014/main" id="{FD4C76CF-2FC7-4058-AC0C-081E24A4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5619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CI 실패와 secret-like 문자열은 merge 중단 신호다</a:t>
            </a:r>
          </a:p>
        </p:txBody>
      </p:sp>
      <p:sp>
        <p:nvSpPr>
          <p:cNvPr id="7" name="support-note">
            <a:extLst xmlns:a="http://schemas.openxmlformats.org/drawingml/2006/main">
              <a:ext uri="{FF2B5EF4-FFF2-40B4-BE49-F238E27FC236}">
                <a16:creationId xmlns:a16="http://schemas.microsoft.com/office/drawing/2014/main" id="{01A9BC0E-DBDC-46B5-A46C-59EB4F48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542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DEAF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EDEAFB"/>
                </a:solidFill>
                <a:latin typeface="Arial"/>
                <a:ea typeface="Arial"/>
                <a:cs typeface="Arial"/>
              </a:rPr>
              <a:t>실패 로그와 위험 문자열을 근거로 수정 요청을 남긴다.</a:t>
            </a:r>
          </a:p>
        </p:txBody>
      </p:sp>
      <p:sp>
        <p:nvSpPr>
          <p:cNvPr id="8" name="page-marker">
            <a:extLst xmlns:a="http://schemas.openxmlformats.org/drawingml/2006/main">
              <a:ext uri="{FF2B5EF4-FFF2-40B4-BE49-F238E27FC236}">
                <a16:creationId xmlns:a16="http://schemas.microsoft.com/office/drawing/2014/main" id="{48EF2EBD-3AEF-4966-B13A-61C6D8DFF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293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09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DF39C5-58BE-4646-82C3-3A30AAD8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838200"/>
            <a:ext cx="226695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685E5D-9C19-4B33-9103-4EF83FAEA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009650"/>
            <a:ext cx="1885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CI failure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EE70E8-38B2-4726-B55E-EA8C96809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447800"/>
            <a:ext cx="18859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body marker 삭제</a:t>
            </a:r>
          </a:p>
          <a:p xmlns:a="http://schemas.openxmlformats.org/drawingml/2006/main">
            <a:pPr algn="l">
              <a:defRPr sz="150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workflow-check 실패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9F992D-1736-4A6F-953F-AB15E1E0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838200"/>
            <a:ext cx="245745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CE8F82-E41C-491A-8FA8-670D4364C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009650"/>
            <a:ext cx="2076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Secret-like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C93DF4-8351-4C5C-9147-1FABD173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447800"/>
            <a:ext cx="20764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DEMO_API_KEY</a:t>
            </a:r>
          </a:p>
          <a:p xmlns:a="http://schemas.openxmlformats.org/drawingml/2006/main">
            <a:pPr algn="l">
              <a:defRPr sz="150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sk-demo-****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765A52-907E-46F4-A3AF-56A14A38F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67050"/>
            <a:ext cx="50863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71F517-4C6A-464E-856B-D541E93DB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38500"/>
            <a:ext cx="4705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Action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260947-8AD9-411F-A930-B30B719B5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76650"/>
            <a:ext cx="4705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운영 판단은 hold</a:t>
            </a:r>
          </a:p>
          <a:p xmlns:a="http://schemas.openxmlformats.org/drawingml/2006/main">
            <a:pPr algn="l">
              <a:defRPr sz="150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값 공유 금지 + key rotation/폐기 요청</a:t>
            </a:r>
          </a:p>
          <a:p xmlns:a="http://schemas.openxmlformats.org/drawingml/2006/main">
            <a:pPr algn="l">
              <a:defRPr sz="150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GitHub에는 request changes comment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D1696F-D5DF-4E22-9A1C-8152C11D6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04825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merge 중단</a:t>
            </a:r>
          </a:p>
        </p:txBody>
      </p:sp>
      <p:sp>
        <p:nvSpPr>
          <p:cNvPr id="19" name="footer-note">
            <a:extLst xmlns:a="http://schemas.openxmlformats.org/drawingml/2006/main">
              <a:ext uri="{FF2B5EF4-FFF2-40B4-BE49-F238E27FC236}">
                <a16:creationId xmlns:a16="http://schemas.microsoft.com/office/drawing/2014/main" id="{8863B4A9-DD4B-47E7-B8C3-63802EFA7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293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AI Agent Workshop · Lecture 02</a:t>
            </a:r>
          </a:p>
        </p:txBody>
      </p:sp>
    </p:spTree>
    <p:extLst>
      <p:ext uri="{BB962C8B-B14F-4D97-AF65-F5344CB8AC3E}">
        <p14:creationId xmlns:p14="http://schemas.microsoft.com/office/powerpoint/2010/main" val="187455297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CCEA0D-184C-40EC-808B-942F3F26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FF6EC7"/>
              </a:gs>
              <a:gs pos="34000">
                <a:srgbClr val="7B61FF"/>
              </a:gs>
              <a:gs pos="68000">
                <a:srgbClr val="00D4FF"/>
              </a:gs>
              <a:gs pos="100000">
                <a:srgbClr val="FFB347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5D72FF-96D2-45DD-A595-FA415D639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40A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DF7A40AA-8DDF-408F-A43F-E53D6A3EB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7A2CB608-3073-4E38-B52A-A75B5E90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DECISION MATRIX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6647AE-E59E-4D78-9AC2-F9C2C3F4C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85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claim-title">
            <a:extLst xmlns:a="http://schemas.openxmlformats.org/drawingml/2006/main">
              <a:ext uri="{FF2B5EF4-FFF2-40B4-BE49-F238E27FC236}">
                <a16:creationId xmlns:a16="http://schemas.microsoft.com/office/drawing/2014/main" id="{DE013EB9-A9AB-4C16-90A1-45340610E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5619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merge/request changes/hold 판단표</a:t>
            </a:r>
          </a:p>
        </p:txBody>
      </p:sp>
      <p:sp>
        <p:nvSpPr>
          <p:cNvPr id="7" name="support-note">
            <a:extLst xmlns:a="http://schemas.openxmlformats.org/drawingml/2006/main">
              <a:ext uri="{FF2B5EF4-FFF2-40B4-BE49-F238E27FC236}">
                <a16:creationId xmlns:a16="http://schemas.microsoft.com/office/drawing/2014/main" id="{95D26AF6-CBDF-4082-AEAC-456202349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542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DEAF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EDEAFB"/>
                </a:solidFill>
                <a:latin typeface="Arial"/>
                <a:ea typeface="Arial"/>
                <a:cs typeface="Arial"/>
              </a:rPr>
              <a:t>판단은 느낌이 아니라 요청, diff, checks, 위험도를 조합해 내린다.</a:t>
            </a:r>
          </a:p>
        </p:txBody>
      </p:sp>
      <p:sp>
        <p:nvSpPr>
          <p:cNvPr id="8" name="page-marker">
            <a:extLst xmlns:a="http://schemas.openxmlformats.org/drawingml/2006/main">
              <a:ext uri="{FF2B5EF4-FFF2-40B4-BE49-F238E27FC236}">
                <a16:creationId xmlns:a16="http://schemas.microsoft.com/office/drawing/2014/main" id="{2F4D11E4-2575-4162-BF70-CE3783B51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293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2FD947-1273-4AD9-BFB8-F8DCCEE9B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876300"/>
            <a:ext cx="1619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1DAD34-E41E-4FD0-AFA7-5FAAFF1DE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047750"/>
            <a:ext cx="123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Merge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5DCFF3-9DEA-4F05-9A90-DE4679015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85900"/>
            <a:ext cx="12382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요청과 diff 일치</a:t>
            </a:r>
          </a:p>
          <a:p xmlns:a="http://schemas.openxmlformats.org/drawingml/2006/main">
            <a:pPr algn="l">
              <a:defRPr sz="150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checks 통과</a:t>
            </a:r>
          </a:p>
          <a:p xmlns:a="http://schemas.openxmlformats.org/drawingml/2006/main">
            <a:pPr algn="l">
              <a:defRPr sz="150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merge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CA0243-FAE2-423C-87EC-E1D29B3BA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219200"/>
            <a:ext cx="1619250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663522-D098-4A27-A8C8-E087770B7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390650"/>
            <a:ext cx="123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Request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2A3A0F-0E1F-4B8B-A385-4A57F770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828800"/>
            <a:ext cx="12382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수정점 명확</a:t>
            </a:r>
          </a:p>
          <a:p xmlns:a="http://schemas.openxmlformats.org/drawingml/2006/main">
            <a:pPr algn="l">
              <a:defRPr sz="1425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comment로 요청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8BB105-BFA3-40EA-B9BA-202EF58C1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876300"/>
            <a:ext cx="1619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124D82-2D4F-4BAA-A6A7-AAE9957FE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047750"/>
            <a:ext cx="123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Hold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FFCD56-AA9B-4597-A292-53FE878E3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485900"/>
            <a:ext cx="12382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위험 신호 있음</a:t>
            </a:r>
          </a:p>
          <a:p xmlns:a="http://schemas.openxmlformats.org/drawingml/2006/main">
            <a:pPr algn="l">
              <a:defRPr sz="13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Approve 금지</a:t>
            </a:r>
          </a:p>
          <a:p xmlns:a="http://schemas.openxmlformats.org/drawingml/2006/main">
            <a:pPr algn="l">
              <a:defRPr sz="13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comment 작성</a:t>
            </a:r>
          </a:p>
          <a:p xmlns:a="http://schemas.openxmlformats.org/drawingml/2006/main">
            <a:pPr algn="l">
              <a:defRPr sz="13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PR 분리 요청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EF45DE-132F-4628-AAD1-201649335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029200"/>
            <a:ext cx="476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느낌이 아니라 증거로 결정한다</a:t>
            </a:r>
          </a:p>
        </p:txBody>
      </p:sp>
      <p:sp>
        <p:nvSpPr>
          <p:cNvPr id="19" name="footer-note">
            <a:extLst xmlns:a="http://schemas.openxmlformats.org/drawingml/2006/main">
              <a:ext uri="{FF2B5EF4-FFF2-40B4-BE49-F238E27FC236}">
                <a16:creationId xmlns:a16="http://schemas.microsoft.com/office/drawing/2014/main" id="{F48A187D-6EC9-4F3B-9A4C-8C8C2148C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293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AI Agent Workshop · Lecture 02</a:t>
            </a:r>
          </a:p>
        </p:txBody>
      </p:sp>
    </p:spTree>
    <p:extLst>
      <p:ext uri="{BB962C8B-B14F-4D97-AF65-F5344CB8AC3E}">
        <p14:creationId xmlns:p14="http://schemas.microsoft.com/office/powerpoint/2010/main" val="51536652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8FC8AB-4B93-435A-A9E7-86C80245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FF6EC7"/>
              </a:gs>
              <a:gs pos="34000">
                <a:srgbClr val="7B61FF"/>
              </a:gs>
              <a:gs pos="68000">
                <a:srgbClr val="00D4FF"/>
              </a:gs>
              <a:gs pos="100000">
                <a:srgbClr val="FFB347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E0CF88-021B-497B-B9FB-1B77235B3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40A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CA663850-502F-4963-9D25-D5E64F1A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3F09EC17-6D25-4444-B955-3AA3045E3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CORRECTION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C7CF04-C9E9-4D3C-A210-092E1A00D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85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claim-title">
            <a:extLst xmlns:a="http://schemas.openxmlformats.org/drawingml/2006/main">
              <a:ext uri="{FF2B5EF4-FFF2-40B4-BE49-F238E27FC236}">
                <a16:creationId xmlns:a16="http://schemas.microsoft.com/office/drawing/2014/main" id="{C81C989F-0BF6-463B-95F4-378D759D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5619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실패 로그와 diff 근거로 수정 요청한다</a:t>
            </a:r>
          </a:p>
        </p:txBody>
      </p:sp>
      <p:sp>
        <p:nvSpPr>
          <p:cNvPr id="7" name="support-note">
            <a:extLst xmlns:a="http://schemas.openxmlformats.org/drawingml/2006/main">
              <a:ext uri="{FF2B5EF4-FFF2-40B4-BE49-F238E27FC236}">
                <a16:creationId xmlns:a16="http://schemas.microsoft.com/office/drawing/2014/main" id="{A4959C09-3E5B-44D1-BBF9-22671FFAD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542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DEAF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EDEAFB"/>
                </a:solidFill>
                <a:latin typeface="Arial"/>
                <a:ea typeface="Arial"/>
                <a:cs typeface="Arial"/>
              </a:rPr>
              <a:t>막연한 지시보다 증거를 붙인 comment가 agent 수정 품질을 높인다.</a:t>
            </a:r>
          </a:p>
        </p:txBody>
      </p:sp>
      <p:sp>
        <p:nvSpPr>
          <p:cNvPr id="8" name="page-marker">
            <a:extLst xmlns:a="http://schemas.openxmlformats.org/drawingml/2006/main">
              <a:ext uri="{FF2B5EF4-FFF2-40B4-BE49-F238E27FC236}">
                <a16:creationId xmlns:a16="http://schemas.microsoft.com/office/drawing/2014/main" id="{D79E4275-B0C5-420E-A123-B626D865F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293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11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9F8294-F33D-48C9-A640-220578A41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143000"/>
            <a:ext cx="15049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25AADB-4818-4153-8CC2-DE9013D5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314450"/>
            <a:ext cx="1123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실패 로그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82FB17-497C-4BF3-B59C-2BE4ADA9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752600"/>
            <a:ext cx="1123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원인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B9E151-4AEA-4A2A-90FF-12880751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143000"/>
            <a:ext cx="15049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87D437-CAE7-45F7-B7E3-421F63D7E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314450"/>
            <a:ext cx="1123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Diff 근거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2CA91A-7C8D-4CBE-84ED-E50F90C1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752600"/>
            <a:ext cx="1123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파일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3C75C1-B335-44A5-9855-42DC5AFB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143000"/>
            <a:ext cx="15049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1B34E7-F1BF-4F25-ABFC-A60C49285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1314450"/>
            <a:ext cx="1123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Comment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BEF2BB-9D02-494E-B935-6EAB41DB9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1752600"/>
            <a:ext cx="1123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요청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6B25DB-9170-4618-97E3-85CD2AA1C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524250"/>
            <a:ext cx="15049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185779-A5CB-4775-9E1C-08BEFA58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695700"/>
            <a:ext cx="1123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Agent fix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0B5A4B-DB22-4D6A-BA7E-EBEBE09B6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133850"/>
            <a:ext cx="1123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수정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CDBBA3-A192-4BFE-A570-67BA8D752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524250"/>
            <a:ext cx="15049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7C5C08-F165-4F9E-8361-3AA473BA3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695700"/>
            <a:ext cx="1123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315B0F-8479-47BE-98E4-E0862722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133850"/>
            <a:ext cx="1123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재검증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7917D1-A6B2-4573-BC54-084B172B8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67300"/>
            <a:ext cx="4286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286D59-A1A9-421F-A229-D48AC5075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238750"/>
            <a:ext cx="3905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로그와 diff 위치를 함께 준다.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3CA4A3-FC0E-44BC-8B29-E2E65F9BE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676900"/>
            <a:ext cx="390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7" name="footer-note">
            <a:extLst xmlns:a="http://schemas.openxmlformats.org/drawingml/2006/main">
              <a:ext uri="{FF2B5EF4-FFF2-40B4-BE49-F238E27FC236}">
                <a16:creationId xmlns:a16="http://schemas.microsoft.com/office/drawing/2014/main" id="{9864A6A0-48BC-46A7-A3E7-774C517F8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293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AI Agent Workshop · Lecture 02</a:t>
            </a:r>
          </a:p>
        </p:txBody>
      </p:sp>
    </p:spTree>
    <p:extLst>
      <p:ext uri="{BB962C8B-B14F-4D97-AF65-F5344CB8AC3E}">
        <p14:creationId xmlns:p14="http://schemas.microsoft.com/office/powerpoint/2010/main" val="160511164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E905CC-9523-49C2-9F96-59EC3332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FF6EC7"/>
              </a:gs>
              <a:gs pos="34000">
                <a:srgbClr val="7B61FF"/>
              </a:gs>
              <a:gs pos="68000">
                <a:srgbClr val="00D4FF"/>
              </a:gs>
              <a:gs pos="100000">
                <a:srgbClr val="FFB347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EF90F8-965F-4262-9627-480C53743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40A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E56D2389-9F77-4572-AF4B-42FAE715B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F623C2F5-176B-45E5-B0FE-D657215DB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ASSIGNMENT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8F62CC-5BA3-4CC8-B00C-CF491997A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04850"/>
            <a:ext cx="85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claim-title">
            <a:extLst xmlns:a="http://schemas.openxmlformats.org/drawingml/2006/main">
              <a:ext uri="{FF2B5EF4-FFF2-40B4-BE49-F238E27FC236}">
                <a16:creationId xmlns:a16="http://schemas.microsoft.com/office/drawing/2014/main" id="{C38C5DEE-FCE9-4E25-86D6-FBC97B7A4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5619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 하나를 골라 판단 근거를 제출한다</a:t>
            </a:r>
          </a:p>
        </p:txBody>
      </p:sp>
      <p:sp>
        <p:nvSpPr>
          <p:cNvPr id="7" name="support-note">
            <a:extLst xmlns:a="http://schemas.openxmlformats.org/drawingml/2006/main">
              <a:ext uri="{FF2B5EF4-FFF2-40B4-BE49-F238E27FC236}">
                <a16:creationId xmlns:a16="http://schemas.microsoft.com/office/drawing/2014/main" id="{FED9112D-AA2E-4B72-9B6F-326BE70B4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542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DEAF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EDEAFB"/>
                </a:solidFill>
                <a:latin typeface="Arial"/>
                <a:ea typeface="Arial"/>
                <a:cs typeface="Arial"/>
              </a:rPr>
              <a:t>판단, 근거 2개, agent에게 남길 comment를 한 묶음으로 제출한다.</a:t>
            </a:r>
          </a:p>
        </p:txBody>
      </p:sp>
      <p:sp>
        <p:nvSpPr>
          <p:cNvPr id="8" name="page-marker">
            <a:extLst xmlns:a="http://schemas.openxmlformats.org/drawingml/2006/main">
              <a:ext uri="{FF2B5EF4-FFF2-40B4-BE49-F238E27FC236}">
                <a16:creationId xmlns:a16="http://schemas.microsoft.com/office/drawing/2014/main" id="{AE1ED07F-8113-431C-B448-AE354EE0D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293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7B18E4-2A3F-44AB-81C3-18A58DA43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800100"/>
            <a:ext cx="24765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0FF60F-8A6C-4FB5-AA71-5E5BD32DC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97155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제출 형식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B766CD-E6B3-4983-988A-3935CB9AA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409700"/>
            <a:ext cx="20955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선택한 PR:</a:t>
            </a:r>
          </a:p>
          <a:p xmlns:a="http://schemas.openxmlformats.org/drawingml/2006/main">
            <a:pPr algn="l">
              <a:defRPr sz="150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판단:</a:t>
            </a:r>
          </a:p>
          <a:p xmlns:a="http://schemas.openxmlformats.org/drawingml/2006/main">
            <a:pPr algn="l">
              <a:defRPr sz="150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근거 1:</a:t>
            </a:r>
          </a:p>
          <a:p xmlns:a="http://schemas.openxmlformats.org/drawingml/2006/main">
            <a:pPr algn="l">
              <a:defRPr sz="150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근거 2:</a:t>
            </a:r>
          </a:p>
          <a:p xmlns:a="http://schemas.openxmlformats.org/drawingml/2006/main">
            <a:pPr algn="l">
              <a:defRPr sz="150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agent comment: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9CAAC1-CE51-4567-B746-AD216013F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800100"/>
            <a:ext cx="238125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0000"/>
            </a:srgbClr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E1E662-F480-4D41-951A-90C8AC924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97155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선택지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C36D6E-243A-4A55-BBED-D345B926F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409700"/>
            <a:ext cx="200025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좋은 PR</a:t>
            </a:r>
          </a:p>
          <a:p xmlns:a="http://schemas.openxmlformats.org/drawingml/2006/main">
            <a:pPr algn="l">
              <a:defRPr sz="16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큰 변경이 섞인 PR</a:t>
            </a:r>
          </a:p>
          <a:p xmlns:a="http://schemas.openxmlformats.org/drawingml/2006/main">
            <a:pPr algn="l">
              <a:defRPr sz="1650" b="0">
                <a:solidFill>
                  <a:srgbClr val="F4F0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4F0FF"/>
                </a:solidFill>
                <a:latin typeface="Arial"/>
                <a:ea typeface="Arial"/>
                <a:cs typeface="Arial"/>
              </a:rPr>
              <a:t>CI 실패 + secret-like PR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9B5B51-7A21-4128-AAC3-21CB018A5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91050"/>
            <a:ext cx="4762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근거가 정답보다 먼저다</a:t>
            </a:r>
          </a:p>
        </p:txBody>
      </p:sp>
      <p:sp>
        <p:nvSpPr>
          <p:cNvPr id="16" name="footer-note">
            <a:extLst xmlns:a="http://schemas.openxmlformats.org/drawingml/2006/main">
              <a:ext uri="{FF2B5EF4-FFF2-40B4-BE49-F238E27FC236}">
                <a16:creationId xmlns:a16="http://schemas.microsoft.com/office/drawing/2014/main" id="{2E2C794B-2D18-4A6D-9C6C-4F0F9BDEC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293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Design reference: corazzon/pptx-design-styles (MIT)</a:t>
            </a:r>
          </a:p>
        </p:txBody>
      </p:sp>
    </p:spTree>
    <p:extLst>
      <p:ext uri="{BB962C8B-B14F-4D97-AF65-F5344CB8AC3E}">
        <p14:creationId xmlns:p14="http://schemas.microsoft.com/office/powerpoint/2010/main" val="17407355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2026-05-31T00:38:46.1910000Z</dcterms:created>
  <dcterms:modified xsi:type="dcterms:W3CDTF">2026-05-31T00:38:46.1910000Z</dcterms:modified>
</coreProperties>
</file>