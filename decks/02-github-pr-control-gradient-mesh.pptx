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2530a1e834fae" /><Relationship Type="http://schemas.openxmlformats.org/officeDocument/2006/relationships/extended-properties" Target="/docProps/app.xml" Id="R5cde575421d24049" /><Relationship Type="http://schemas.openxmlformats.org/officeDocument/2006/relationships/officeDocument" Target="/ppt/presentation.xml" Id="R823dbb0a5c5f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97f60468514422"/>
  </p:sldMasterIdLst>
  <p:notesMasterIdLst>
    <p:notesMasterId xmlns:r="http://schemas.openxmlformats.org/officeDocument/2006/relationships" r:id="R64f808aa1dbf4bae"/>
  </p:notesMasterIdLst>
  <p:sldIdLst>
    <p:sldId xmlns:r="http://schemas.openxmlformats.org/officeDocument/2006/relationships" id="256" r:id="R07b21ce3a9704c6d"/>
    <p:sldId xmlns:r="http://schemas.openxmlformats.org/officeDocument/2006/relationships" id="257" r:id="R42fc23e72f9049d4"/>
    <p:sldId xmlns:r="http://schemas.openxmlformats.org/officeDocument/2006/relationships" id="258" r:id="R61bda26e84c8463e"/>
    <p:sldId xmlns:r="http://schemas.openxmlformats.org/officeDocument/2006/relationships" id="259" r:id="R612663f2cd7f4231"/>
    <p:sldId xmlns:r="http://schemas.openxmlformats.org/officeDocument/2006/relationships" id="260" r:id="Rbf60856d25a44779"/>
    <p:sldId xmlns:r="http://schemas.openxmlformats.org/officeDocument/2006/relationships" id="261" r:id="R183de95a666d4165"/>
    <p:sldId xmlns:r="http://schemas.openxmlformats.org/officeDocument/2006/relationships" id="262" r:id="R9ef02ba1e0c24ec5"/>
    <p:sldId xmlns:r="http://schemas.openxmlformats.org/officeDocument/2006/relationships" id="263" r:id="Re3c326d52f8246d7"/>
    <p:sldId xmlns:r="http://schemas.openxmlformats.org/officeDocument/2006/relationships" id="264" r:id="Ra75eaa33add24fd7"/>
    <p:sldId xmlns:r="http://schemas.openxmlformats.org/officeDocument/2006/relationships" id="265" r:id="R13591e2f95894550"/>
    <p:sldId xmlns:r="http://schemas.openxmlformats.org/officeDocument/2006/relationships" id="266" r:id="R801ab96bd41f4ff2"/>
    <p:sldId xmlns:r="http://schemas.openxmlformats.org/officeDocument/2006/relationships" id="267" r:id="R27206342158e4d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7f60468514422" /><Relationship Type="http://schemas.openxmlformats.org/officeDocument/2006/relationships/theme" Target="/ppt/theme/theme1.xml" Id="R71fbfb5a5b0f46d0" /><Relationship Type="http://schemas.openxmlformats.org/officeDocument/2006/relationships/notesMaster" Target="/ppt/notesMasters/notesMaster1.xml" Id="R64f808aa1dbf4bae" /><Relationship Type="http://schemas.openxmlformats.org/officeDocument/2006/relationships/presProps" Target="/ppt/presProps.xml" Id="Rf496f3e5a0bb465b" /><Relationship Type="http://schemas.openxmlformats.org/officeDocument/2006/relationships/viewProps" Target="/ppt/viewProps.xml" Id="Rb95dc7f9a7084a93" /><Relationship Type="http://schemas.openxmlformats.org/officeDocument/2006/relationships/tableStyles" Target="/ppt/tableStyles.xml" Id="R3845c98641404b28" /><Relationship Type="http://schemas.openxmlformats.org/officeDocument/2006/relationships/slide" Target="/ppt/slides/slide1.xml" Id="R07b21ce3a9704c6d" /><Relationship Type="http://schemas.openxmlformats.org/officeDocument/2006/relationships/slide" Target="/ppt/slides/slide2.xml" Id="R42fc23e72f9049d4" /><Relationship Type="http://schemas.openxmlformats.org/officeDocument/2006/relationships/slide" Target="/ppt/slides/slide3.xml" Id="R61bda26e84c8463e" /><Relationship Type="http://schemas.openxmlformats.org/officeDocument/2006/relationships/slide" Target="/ppt/slides/slide4.xml" Id="R612663f2cd7f4231" /><Relationship Type="http://schemas.openxmlformats.org/officeDocument/2006/relationships/slide" Target="/ppt/slides/slide5.xml" Id="Rbf60856d25a44779" /><Relationship Type="http://schemas.openxmlformats.org/officeDocument/2006/relationships/slide" Target="/ppt/slides/slide6.xml" Id="R183de95a666d4165" /><Relationship Type="http://schemas.openxmlformats.org/officeDocument/2006/relationships/slide" Target="/ppt/slides/slide7.xml" Id="R9ef02ba1e0c24ec5" /><Relationship Type="http://schemas.openxmlformats.org/officeDocument/2006/relationships/slide" Target="/ppt/slides/slide8.xml" Id="Re3c326d52f8246d7" /><Relationship Type="http://schemas.openxmlformats.org/officeDocument/2006/relationships/slide" Target="/ppt/slides/slide9.xml" Id="Ra75eaa33add24fd7" /><Relationship Type="http://schemas.openxmlformats.org/officeDocument/2006/relationships/slide" Target="/ppt/slides/slide10.xml" Id="R13591e2f95894550" /><Relationship Type="http://schemas.openxmlformats.org/officeDocument/2006/relationships/slide" Target="/ppt/slides/slide11.xml" Id="R801ab96bd41f4ff2" /><Relationship Type="http://schemas.openxmlformats.org/officeDocument/2006/relationships/slide" Target="/ppt/slides/slide12.xml" Id="R27206342158e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318628bc7f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6ab32886b643e4" /><Relationship Type="http://schemas.openxmlformats.org/officeDocument/2006/relationships/notesMaster" Target="/ppt/notesMasters/notesMaster1.xml" Id="Re434bf9c65ff43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3c3f7ce4f473c" /><Relationship Type="http://schemas.openxmlformats.org/officeDocument/2006/relationships/notesMaster" Target="/ppt/notesMasters/notesMaster1.xml" Id="Rcdf8a7f7786644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2df23d1d9486b" /><Relationship Type="http://schemas.openxmlformats.org/officeDocument/2006/relationships/notesMaster" Target="/ppt/notesMasters/notesMaster1.xml" Id="R361b474113c0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f543f63ac748ce" /><Relationship Type="http://schemas.openxmlformats.org/officeDocument/2006/relationships/notesMaster" Target="/ppt/notesMasters/notesMaster1.xml" Id="R291eec81e10246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7edd3991b4c7d" /><Relationship Type="http://schemas.openxmlformats.org/officeDocument/2006/relationships/notesMaster" Target="/ppt/notesMasters/notesMaster1.xml" Id="R9a3553bd8c6e40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38df6502745a3" /><Relationship Type="http://schemas.openxmlformats.org/officeDocument/2006/relationships/notesMaster" Target="/ppt/notesMasters/notesMaster1.xml" Id="Rc2d7a3640c7846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e135fea749497a" /><Relationship Type="http://schemas.openxmlformats.org/officeDocument/2006/relationships/notesMaster" Target="/ppt/notesMasters/notesMaster1.xml" Id="R6449052243a2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6fb95fcbc0407a" /><Relationship Type="http://schemas.openxmlformats.org/officeDocument/2006/relationships/notesMaster" Target="/ppt/notesMasters/notesMaster1.xml" Id="R4151eb42647042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04f671678a4f6f" /><Relationship Type="http://schemas.openxmlformats.org/officeDocument/2006/relationships/notesMaster" Target="/ppt/notesMasters/notesMaster1.xml" Id="R4d673073d4d240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f98a82503c496d" /><Relationship Type="http://schemas.openxmlformats.org/officeDocument/2006/relationships/notesMaster" Target="/ppt/notesMasters/notesMaster1.xml" Id="Rc9f60ddf9ae341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0b62ee9f1f46ae" /><Relationship Type="http://schemas.openxmlformats.org/officeDocument/2006/relationships/notesMaster" Target="/ppt/notesMasters/notesMaster1.xml" Id="R6b0358a018f244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3006b677cc4e1e" /><Relationship Type="http://schemas.openxmlformats.org/officeDocument/2006/relationships/notesMaster" Target="/ppt/notesMasters/notesMaster1.xml" Id="R0f69d6e1839d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73ff038444fc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1799c7b2c346bb" /><Relationship Type="http://schemas.openxmlformats.org/officeDocument/2006/relationships/slideLayout" Target="/ppt/slideLayouts/slideLayout2.xml" Id="R31169c06da3843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69c06da3843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5a8108baf3431a" /><Relationship Type="http://schemas.openxmlformats.org/officeDocument/2006/relationships/notesSlide" Target="/ppt/notesSlides/notesSlide1.xml" Id="R83df2e9eb52c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325ab362f45ec" /><Relationship Type="http://schemas.openxmlformats.org/officeDocument/2006/relationships/notesSlide" Target="/ppt/notesSlides/notesSlide2.xml" Id="R357c099a7c7c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60f22f0e54448" /><Relationship Type="http://schemas.openxmlformats.org/officeDocument/2006/relationships/notesSlide" Target="/ppt/notesSlides/notesSlide3.xml" Id="R2c6f448119d644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b7a49962e4e95" /><Relationship Type="http://schemas.openxmlformats.org/officeDocument/2006/relationships/notesSlide" Target="/ppt/notesSlides/notesSlide4.xml" Id="R809f1e752fbd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4bdd074b1640bc" /><Relationship Type="http://schemas.openxmlformats.org/officeDocument/2006/relationships/notesSlide" Target="/ppt/notesSlides/notesSlide5.xml" Id="Re7f37d149e9b41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4442664fb24b4f" /><Relationship Type="http://schemas.openxmlformats.org/officeDocument/2006/relationships/notesSlide" Target="/ppt/notesSlides/notesSlide6.xml" Id="Rfeffdccee53b4d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041913f684147" /><Relationship Type="http://schemas.openxmlformats.org/officeDocument/2006/relationships/notesSlide" Target="/ppt/notesSlides/notesSlide7.xml" Id="R6487a41540d5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4b30003fe34bc3" /><Relationship Type="http://schemas.openxmlformats.org/officeDocument/2006/relationships/notesSlide" Target="/ppt/notesSlides/notesSlide8.xml" Id="Rd063cb17966e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7b9ddd50e8412f" /><Relationship Type="http://schemas.openxmlformats.org/officeDocument/2006/relationships/notesSlide" Target="/ppt/notesSlides/notesSlide9.xml" Id="R48a2b20eda1645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ef9c30dbd48ec" /><Relationship Type="http://schemas.openxmlformats.org/officeDocument/2006/relationships/notesSlide" Target="/ppt/notesSlides/notesSlide10.xml" Id="Rc19c15c3461e49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50cc0b92946fc" /><Relationship Type="http://schemas.openxmlformats.org/officeDocument/2006/relationships/notesSlide" Target="/ppt/notesSlides/notesSlide11.xml" Id="R04e73967845f45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15fd9adbd4847" /><Relationship Type="http://schemas.openxmlformats.org/officeDocument/2006/relationships/notesSlide" Target="/ppt/notesSlides/notesSlide12.xml" Id="R1b34b706ee794f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91760-B50F-43CB-A23B-5A7A2C4D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3697D-A9F6-4607-9F3D-769136D9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9E63B3A-68D9-45D6-BE90-B1C0A9D2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F4D48-1FCF-4B49-B271-59F8E72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LECTURE 02 / GITHUB PR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D726B-B2B8-4064-AEDA-93C86B87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096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PR로 agent 작업을 통제한다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C0251-25DC-4117-94FE-9DFB96C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agent가 만든 변경은 GitHub PR에서 증거로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00422-7E87-45A7-BB69-7C46D8EA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71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0C5E9-F45C-4483-B52A-ECCC785D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오늘의 판단 언어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71EF9-8538-4935-97C2-8E35AB3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Files changed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Diff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Checks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Merge / Request changes / Hold</a:t>
            </a:r>
          </a:p>
        </p:txBody>
      </p:sp>
      <p:sp>
        <p:nvSpPr>
          <p:cNvPr id="10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FF47827-0E90-4C91-8789-5FEAD47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228197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3A14D-7907-4CA4-94E1-486C2A79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4390A-D942-4571-9B26-3ED88F55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553378-3656-420F-8A70-CB7E29B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71BC93-993A-49C0-8B69-45D47F6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52322-B5BD-4DBE-B0F0-DF7BBED3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E90B762-2383-4B49-855C-821B807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코드를 빨리 바꾸는 것보다 검증 기준이 중요하다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3046518-32EA-4796-AA65-25E06C25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속도는 agent가 만든다. merge 여부는 사람이 기준으로 결정한다.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F04221B-A10E-4F0E-8AAD-5213ABA0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2DC30-A74B-4133-8CCE-99A8866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F2649-9140-469B-B82E-40A982F7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5ED34-199E-475A-843A-6028247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변경 생성</a:t>
            </a:r>
          </a:p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설명 생성</a:t>
            </a:r>
          </a:p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빠른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A1C5B-3540-4EAE-8936-7CEAE18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763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81374-D2D7-486E-A853-1CEC04F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4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D71C7-945E-4DBB-BACD-B4B7766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859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범위 확인</a:t>
            </a:r>
          </a:p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위험 분류</a:t>
            </a:r>
          </a:p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merge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684DD-C9F2-44F3-8D2C-C92EF1AE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기준 &gt; 속도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B262A-8170-44DB-A324-8951899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 검토 기준이 없으면 agent의 속도는 그대로 위험이 된다.</a:t>
            </a:r>
          </a:p>
        </p:txBody>
      </p:sp>
      <p:sp>
        <p:nvSpPr>
          <p:cNvPr id="1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489369E4-0597-4F76-8E29-AEC20D0C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424518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1E198-82C3-4FFA-9325-AA58614D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D1040-B131-416A-A146-AA83829F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728A114-D183-4BCF-86BF-A7C39206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BBF39E-09B9-4793-9A1E-C101870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CLASS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9FE9E-A5C6-43FA-AE9F-11716677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85419A5-04CA-4810-9908-8686102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2시간 안에 세 개 PR을 직접 판정한다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C436CFE5-769B-4D90-AF23-54E69A7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개념 설명은 짧게 두고, 실제 PR 화면에서 근거를 찾는 시간을 늘린다.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F365161-AD2C-4BD8-BEEA-425BDA8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40EC4-C2B5-435B-A620-8FA47FA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763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1A167-5EAD-4430-98B5-859A806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C1C18-ADE5-41C1-B5EC-D27494E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문제 제기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GitHub 모델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1397F-F482-4B30-BF55-E7939D9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763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8D98F-A8D6-4118-87C5-3F25FB1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7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256E5-F19F-4D44-A67C-3F32CD2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859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PR 읽는 순서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강사 데모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917F1-27F7-48FA-AC9B-E93575C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DB6B9-137E-4FF8-9DB1-4A061F6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2FB33-C2F3-4F7F-98A3-DD1FEA08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좋은 PR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문제 PR 2개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992E9-91C6-46EA-AB3A-D17A0B4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381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7F43D-A156-4A35-8927-C821730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6B62C-622E-4CF8-9A94-DF1AD15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판단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근거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agent comment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9CC9D-1ADE-4E04-B037-F689670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개념은 짧게, 판정은 직접 한다</a:t>
            </a:r>
          </a:p>
        </p:txBody>
      </p:sp>
      <p:sp>
        <p:nvSpPr>
          <p:cNvPr id="2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A9FEB45-ED0E-4B7F-8D7D-C720AE78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20800422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A4FD7-DEF0-4103-92B0-6E50EEC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6B365-8F34-4A98-9E50-6D8A031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690B7AE-EB60-4809-A681-D084443C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F94200-704E-48B1-89CE-E1D50ECA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MENTAL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FA501-9598-4230-BE77-E273319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F1170E7-9612-4CDE-BD1E-C159151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issue는 요청, PR은 검문소, main은 결과선이다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81830C3-750F-4BF3-AE28-5CB383D6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GitHub 용어는 전체 흐름 안에서만 필요한 만큼 설명한다.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888B80A-7AF0-4CCD-A52A-D522CA88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538B6-7CE6-4030-AA1F-B364178E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659DA-2F9D-4DBF-8B24-59F605D3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0A23C-9B13-48B4-9B1D-7EC33C42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3D5B1-0EEE-49A0-A0ED-DF66ADF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861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F9C30-FC78-445E-8E20-CC118D8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96AEC-CC4E-4BE6-B8E9-F6900D9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546A6-A120-467C-AC2B-14243A7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67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작업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B2FBC-2D5C-410F-8AA9-DFD81E76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6A685-6F05-476A-B7E3-E0484D2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1158A-8265-4320-8DA8-29F271B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A44B6-87DB-4D71-8986-8918D02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검문소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107C6-139C-43E4-847E-22AE42E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4157B-EEC4-4062-9C9B-1B4D2E58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6710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CAA77-606D-4D37-ADF7-25CCF86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75B82-5E11-4E25-A59F-CA1E4444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검사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0DAB0-0FF2-46D9-A38E-06DF8550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00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F80A6-B020-4EF8-BF28-33F472F8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5275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12A7E-BEAA-4953-8157-2231627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242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8105E-DF65-4087-963C-2C63C38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62350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9C35D-9EC4-4FEC-83A3-DBB03744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23950"/>
            <a:ext cx="400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32D5E-5FCB-403F-9FB1-A01EAEA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 = 검문소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FB9B4-5990-4221-BF66-5400361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main에 합치기 전 사람이 보는 제안서</a:t>
            </a:r>
          </a:p>
        </p:txBody>
      </p:sp>
      <p:sp>
        <p:nvSpPr>
          <p:cNvPr id="3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1154D4D-AFD7-4752-94A8-85B0204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872615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2EF6B-5878-4463-931E-C58D659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6A538-2A89-4651-AB32-6D65790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5CD0A1-EE71-4EA3-A98B-B946386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A40BDB-BFCE-4ACB-BFEC-D31880AF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8B091-75DA-4E9B-94F5-F12C225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7D38ABB-A597-4F16-9706-C59228A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PR은 네 단계로 읽는다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D27624F-41B1-4F91-BA21-DEFE3603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Files changed -&gt; Diff -&gt; Checks -&gt; Decision 순서로 판단한다.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EA97FB7-A67F-494B-8696-18DBD94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95BA3-61C8-4E12-84B0-F78898A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382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A5D7B-D12B-4B85-9858-28E5177F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Files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93995-4B55-4F86-AC03-073CF00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478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파일 수</a:t>
            </a:r>
          </a:p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관련 없는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E5CFB-1C9D-4D3D-A0EF-964C5A40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3820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1B433-5B54-4A9D-8381-02768A20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09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BA9A7-0DAB-453B-A203-1530DF1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요청과 일치</a:t>
            </a:r>
          </a:p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삭제/대량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26D9E-D874-4C3B-9DAB-27CC1715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2DA66-2D7A-40E1-A744-5DADE86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4DC5D-7376-4EE1-B828-83CA9E24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CI 결과</a:t>
            </a:r>
          </a:p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실패 로그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38DA3-80DF-4725-B3E2-17520F7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FAA89-3FE9-430D-A969-235E79BC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39B3F-0F3B-426C-9247-4DB48C90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Merge</a:t>
            </a:r>
          </a:p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l">
              <a:defRPr sz="15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847D2-16AE-4ECC-909B-15353E5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625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description은 주장, diff는 증거다</a:t>
            </a:r>
          </a:p>
        </p:txBody>
      </p:sp>
      <p:sp>
        <p:nvSpPr>
          <p:cNvPr id="2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C7A40A39-53AD-4331-88E3-8022087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75610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D3BE4-36B1-427A-8490-FAC5BAF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898FF-6688-46D6-8496-FC75E7B5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95DC65-3A38-4F32-A275-94BAAB5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A96376-E606-44C8-BF76-9DE1E214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99DE8-6D1F-4087-9E86-7FB58DD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2337614-FE3A-4697-883F-FD52CFB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강사 데모는 클릭 순서와 판단 근거를 같이 보여준다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F7A509C8-FF93-49D9-8C53-D95C1B0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issue 한 문장, Files changed, Diff, Checks, decision을 한 번에 연결한다.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DE842ED-A3D0-48B1-9D79-702D0D3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67AB-971C-4AD3-BC02-EB9C65F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23950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EC02B-DD48-4554-A628-05BF1D31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954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FEAF7-CA72-4B59-ABBC-20B5971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16EBD-EE6F-4A0D-9C40-5315257C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23950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56AD3-EBD9-4D04-A1EC-238CF6D3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E0EF4-B351-485D-90E1-FC3FC6DB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948A1-3276-4C87-8AA1-6A01838A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123950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8761A-0FA3-4DA4-A22C-D73C69C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2954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99C81-F372-42C9-B565-5CEE0959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335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653AC-7391-46D5-8E8A-006146A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A2677-2A2B-4237-8BBC-25B9113E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C6A71-F109-4E73-9CC0-28565D0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EFA10-F53A-4F91-B93B-A9354BB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98265-429D-41D2-B7F4-7F620345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3D7B3-FF17-48C7-BD07-7B17064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FF6B6-522D-45F2-BEF6-4D566D4E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428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2F9D7-BE17-49F7-972F-C286FB7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3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마지막 질문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DB011-9494-469B-B909-09F7146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76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이 PR을 지금 main에 합쳐도 되는가?</a:t>
            </a:r>
          </a:p>
        </p:txBody>
      </p:sp>
      <p:sp>
        <p:nvSpPr>
          <p:cNvPr id="2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44C5138-5EE0-4ACB-88D1-8E70949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4701578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8422F-43EE-4E1C-997D-F3968D89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9A967-2368-4E2D-A7E0-9FFB4BE2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30089FB-11EC-4243-8E25-8F7BCF3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CE8CFB-FAE0-4D0E-A484-21475547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GOOD PR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A8EDE-0A0B-4293-BADD-F3FEDDD8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97772AF-A050-474E-8ECC-2C1FF81F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 가능한 PR은 증거가 단순하다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241C542-B032-4059-82AF-9993B54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작은 요청, 적은 파일, 설명과 diff 일치, CI 통과가 한 화면에 모인다.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3CA8C31-0F98-479E-9220-199F03F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ABD19-3A27-4C91-A8FE-BC62F15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191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56A9-6D86-43DB-817D-1566227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906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8494A-F4F4-4CFA-925F-A4469C1B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작은 issue 해결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A8E50-EFDC-4452-A119-120B0CFC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191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2B3B1-60F8-403A-9526-94485EBE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906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E5B49-CF61-4FEB-A037-FD52BE79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2875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README</a:t>
            </a:r>
          </a:p>
          <a:p xmlns:a="http://schemas.openxmlformats.org/drawingml/2006/main">
            <a:pPr algn="l">
              <a:defRPr sz="17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index.html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1D9A0-F13F-431F-B46A-DBF80E5E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4AF02-BB7A-4E68-9853-01327C6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증거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89B7C-7382-4541-87A0-A78A707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설명과 diff 일치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E2C99-0178-4EA0-9C48-C718AB5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266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4701F-48F5-4366-A172-8E404350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861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D6C40-E135-467E-822E-B5C99526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95EFA-99A8-4BBE-BF51-E23F144F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Decision: Merge</a:t>
            </a:r>
          </a:p>
        </p:txBody>
      </p:sp>
      <p:sp>
        <p:nvSpPr>
          <p:cNvPr id="22" name="footer-note">
            <a:extLst xmlns:a="http://schemas.openxmlformats.org/drawingml/2006/main">
              <a:ext uri="{FF2B5EF4-FFF2-40B4-BE49-F238E27FC236}">
                <a16:creationId xmlns:a16="http://schemas.microsoft.com/office/drawing/2014/main" id="{67962CF3-8651-479A-BB5C-8FC00801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8229178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89205-71CC-4493-A3CE-DDBD1F75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27606-49FF-4A5E-8157-AB484F3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F0D7F6-9A59-4BEB-A8B7-6FB3AA9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B6C034-4B7D-4EA2-8AC5-72CC3B25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PROBLEM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A99FC-868F-4283-B9C2-2073BD7E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3E1CEFF-0D91-40A7-9C96-4DFEF92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작은 요청에 큰 변경이 섞이면 hold한다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2133BB4-5E9F-4B4F-AFC0-8F2DCCE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unrelated files와 넓은 스타일 변경은 agent 과잉수행 신호다.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F7FC482-EAA7-42AD-B560-2E6FFD28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11B65-3C15-4676-95AA-5EBB0AB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22669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002AD-20B3-4450-B977-FE41DCE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96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5050C-2E21-4479-8900-70855B2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1885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제목 문구만</a:t>
            </a:r>
          </a:p>
          <a:p xmlns:a="http://schemas.openxmlformats.org/drawingml/2006/main">
            <a:pPr algn="l">
              <a:defRPr sz="18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더 짧게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4CA78-5435-4FCC-A67A-29AE196D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38200"/>
            <a:ext cx="24574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3EF67-97D1-4A1E-B20D-F5382E3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0096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Actual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DD32E-0B89-41BA-B7F2-F449454C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2076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index.html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styles.css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README.md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agent-extra-notes.md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3E921-B86B-4F4F-824C-EC1AF89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911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Decision: Hold</a:t>
            </a:r>
          </a:p>
        </p:txBody>
      </p:sp>
      <p:sp>
        <p:nvSpPr>
          <p:cNvPr id="16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B6E734C-FC22-4EDB-9835-0529E4D8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8886483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E8879-9BD7-4DF6-BB73-2903B11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D5AB5-4561-4390-9406-C76D6D66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7DFDAD-3856-4CF5-A229-5DF5A55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CCD563-3253-4087-9552-6D4BF69A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PROBLEM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85DA2-EFCE-49D5-A6CF-15BF3182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5BD7209-56A8-4D81-B684-ED20457F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 실패와 secret-like 문자열은 merge 중단 신호다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CBD041CB-5F83-4C03-80AB-0E960DE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실패 로그와 위험 문자열을 근거로 수정 요청을 남긴다.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8FD50A8-ED44-45F5-A9C5-987BD7F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41AF-CD80-4D3D-813F-94AF4B6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22669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1C17F-2034-47F9-8C4C-7E4CD45B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96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26E4E-78D0-48B5-A618-D808B8F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1885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body marker 삭제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workflow-check 실패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3479D-9BD3-4CD7-A351-7AC59B9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38200"/>
            <a:ext cx="24574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480AD-8BAE-4C42-A21A-151C5F5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0096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Secret-like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0B6B6-A578-40D3-B14C-8678F35A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2076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DEMO_API_KEY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sk-demo-****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5E1D4-E65D-47D9-9A56-F9B1274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5086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EA299-D54B-4CDD-BFF0-8D2B15B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57005-6CE9-4217-8336-D958C5C9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운영 판단은 hold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값 공유 금지 + key rotation/폐기 요청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GitHub에는 request changes comment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50697-8A60-4F26-A2ED-AFABC91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 중단</a:t>
            </a:r>
          </a:p>
        </p:txBody>
      </p:sp>
      <p:sp>
        <p:nvSpPr>
          <p:cNvPr id="1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45A960DE-8EDA-4003-99DC-35687A51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9817548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9D278-B937-45C9-B584-E8FF430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1FDB9-FCB9-42F6-8DD2-B2B3B9B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4C08A2-1228-441C-A7EA-CB4228A0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E3D16B-1EE6-4B0D-A95C-740DDB1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DECISION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9AF79-99A6-40E9-8F74-F1324C4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0296847-1A93-4B95-A5B0-73B4E6FC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merge/request changes/hold 판단표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D728E80-7578-4164-8A1C-069D7F7A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판단은 느낌이 아니라 요청, diff, checks, 위험도를 조합해 내린다.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F6EEAC7-6A3B-41CD-9A20-2EC2FD2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DCBD7-3DA6-4A1C-88D8-5F82DF6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76300"/>
            <a:ext cx="161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129E0-134F-4DE9-8DD7-3620AD18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10618-61A2-49B0-95E4-9D8E9DD4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1238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요청과 diff 일치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checks 통과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CD1E5-9E18-4BF3-89C2-55D58F33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16192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ED1F6-95E6-42D8-8A1F-3FE319D0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906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93DFC-B7C1-41E9-93B8-8C9712F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1238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수정점 명확</a:t>
            </a:r>
          </a:p>
          <a:p xmlns:a="http://schemas.openxmlformats.org/drawingml/2006/main">
            <a:pPr algn="l">
              <a:defRPr sz="142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comment로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76802-5904-492F-92A5-C01E962B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876300"/>
            <a:ext cx="161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168DC-A206-437F-853E-C0103EE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47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2CFF6-AA19-4BF7-9F84-F21D807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85900"/>
            <a:ext cx="1238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위험 신호 있음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Approve 금지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comment 작성</a:t>
            </a:r>
          </a:p>
          <a:p xmlns:a="http://schemas.openxmlformats.org/drawingml/2006/main">
            <a:pPr algn="l">
              <a:defRPr sz="13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PR 분리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3B149-2910-4B39-960C-133EDAD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느낌이 아니라 증거로 결정한다</a:t>
            </a:r>
          </a:p>
        </p:txBody>
      </p:sp>
      <p:sp>
        <p:nvSpPr>
          <p:cNvPr id="1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EAFABA81-723C-408F-AF16-68ADEBF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16857812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4189F-913C-441F-9CB7-73B8E371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CA13D-6483-4B8E-9381-E8174301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EC55FD-0395-43D9-A07A-ED856769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A92DA5-49F8-43AA-BD22-86814A2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CORRECTION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9CDC-19BB-4476-8262-BFB1982F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1610ED2-BC9D-40A4-B746-6DB40F80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실패 로그와 diff 근거로 수정 요청한다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C603DCE-F778-46F7-B3F3-F6069F4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막연한 지시보다 증거를 붙인 comment가 agent 수정 품질을 높인다.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780924C-8640-44EA-97A7-6D650A5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217B8-B062-46B6-9BFB-3C04837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63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7CB2F-288C-44D1-9A72-0C17CD4F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나쁜 comment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22706-BA21-4787-8E8B-D6CAC07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1885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수정해 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A3BF9-F005-400C-BA2D-F60A7F80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76300"/>
            <a:ext cx="2457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AA21-3D75-4823-8F0C-3763EBA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0477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좋은 comment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096B-D79F-4926-9D48-A982A94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85900"/>
            <a:ext cx="2076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로그</a:t>
            </a:r>
          </a:p>
          <a:p xmlns:a="http://schemas.openxmlformats.org/drawingml/2006/main">
            <a:pPr algn="l">
              <a:defRPr sz="12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파일</a:t>
            </a:r>
          </a:p>
          <a:p xmlns:a="http://schemas.openxmlformats.org/drawingml/2006/main">
            <a:pPr algn="l">
              <a:defRPr sz="1275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기대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57593-11D8-4668-9CCD-71CEB442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086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5A17B-3F02-42FE-BE7F-E85BE391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template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E5C5C-CE64-46EB-9AF3-485D7AD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4705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Checks에서 marker check가 실패했습니다.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index.html의 required marker를 복구하고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PR 범위를 다시 줄여 주세요.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3288C-6DF6-4670-9457-5406AB9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054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agent가 바로 수정할 수 있게 쓴다</a:t>
            </a:r>
          </a:p>
        </p:txBody>
      </p:sp>
      <p:sp>
        <p:nvSpPr>
          <p:cNvPr id="1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BD4DC0B-AFF1-43C2-BFC1-D5ACE8A4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Agent Workshop · Lecture 02</a:t>
            </a:r>
          </a:p>
        </p:txBody>
      </p:sp>
    </p:spTree>
    <p:extLst>
      <p:ext uri="{BB962C8B-B14F-4D97-AF65-F5344CB8AC3E}">
        <p14:creationId xmlns:p14="http://schemas.microsoft.com/office/powerpoint/2010/main" val="5485040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B3628-1833-4932-97BD-E3EE540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6EC7"/>
              </a:gs>
              <a:gs pos="34000">
                <a:srgbClr val="7B61FF"/>
              </a:gs>
              <a:gs pos="68000">
                <a:srgbClr val="00D4FF"/>
              </a:gs>
              <a:gs pos="100000">
                <a:srgbClr val="FFB347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97386-691C-40A1-907B-57A9546B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40A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E6B9C8-C35C-4DE6-AF4F-3C0C364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AF42C7-8F83-4DBE-8012-48245B1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70847-4902-45E2-8AC1-FDFFDA2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29A4413-393E-43CC-A2F6-5EB64A5F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ticket은 판단, 근거, agent comment로 끝낸다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63B2284-496E-4144-A463-C9FA3CE4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A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EAFB"/>
                </a:solidFill>
                <a:latin typeface="Arial"/>
                <a:ea typeface="Arial"/>
                <a:cs typeface="Arial"/>
              </a:rPr>
              <a:t>정답 암기보다 근거를 말로 남기는 습관을 만든다.</a:t>
            </a:r>
          </a:p>
        </p:txBody>
      </p:sp>
      <p:sp>
        <p:nvSpPr>
          <p:cNvPr id="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4E47F2A-DE44-49C1-84D4-2A8D2321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29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A0B53-FD94-460E-93B5-4609412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00100"/>
            <a:ext cx="2476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24A4-6EFF-4170-91C9-2B5C2DD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71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7CA84-A9F9-403A-87E5-ED2E53B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2095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선택한 PR: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판단: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근거 1: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근거 2:</a:t>
            </a:r>
          </a:p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agent comment: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43BF3-65FF-459B-9F88-4CEF8EB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8001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0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57BAA-5AF8-4144-9AFF-97C190D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71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선택지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92A3A-5B3F-4F1D-BFFD-7029C01D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09700"/>
            <a:ext cx="2000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좋은 PR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큰 변경이 섞인 PR</a:t>
            </a:r>
          </a:p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0FF"/>
                </a:solidFill>
                <a:latin typeface="Arial"/>
                <a:ea typeface="Arial"/>
                <a:cs typeface="Arial"/>
              </a:rPr>
              <a:t>CI 실패 + secret-like 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935EB-EC1B-4812-B26F-57FFE37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근거가 정답보다 먼저다</a:t>
            </a:r>
          </a:p>
        </p:txBody>
      </p:sp>
      <p:sp>
        <p:nvSpPr>
          <p:cNvPr id="16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17F30A3-C83B-4EB8-A7EA-E675450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Design reference: corazzon/pptx-design-styles (MIT)</a:t>
            </a:r>
          </a:p>
        </p:txBody>
      </p:sp>
    </p:spTree>
    <p:extLst>
      <p:ext uri="{BB962C8B-B14F-4D97-AF65-F5344CB8AC3E}">
        <p14:creationId xmlns:p14="http://schemas.microsoft.com/office/powerpoint/2010/main" val="1250206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2026-05-31T08:55:27.1970000Z</dcterms:created>
  <dcterms:modified xsi:type="dcterms:W3CDTF">2026-05-31T08:55:27.1970000Z</dcterms:modified>
</coreProperties>
</file>